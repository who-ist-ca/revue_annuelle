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1.xml" ContentType="application/vnd.openxmlformats-officedocument.presentationml.tags+xml"/>
  <Override PartName="/ppt/notesSlides/notesSlide5.xml" ContentType="application/vnd.openxmlformats-officedocument.presentationml.notesSlide+xml"/>
  <Override PartName="/ppt/tags/tag2.xml" ContentType="application/vnd.openxmlformats-officedocument.presentationml.tags+xml"/>
  <Override PartName="/ppt/notesSlides/notesSlide6.xml" ContentType="application/vnd.openxmlformats-officedocument.presentationml.notesSlide+xml"/>
  <Override PartName="/ppt/tags/tag3.xml" ContentType="application/vnd.openxmlformats-officedocument.presentationml.tags+xml"/>
  <Override PartName="/ppt/notesSlides/notesSlide7.xml" ContentType="application/vnd.openxmlformats-officedocument.presentationml.notesSlide+xml"/>
  <Override PartName="/ppt/tags/tag4.xml" ContentType="application/vnd.openxmlformats-officedocument.presentationml.tags+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5"/>
  </p:notesMasterIdLst>
  <p:handoutMasterIdLst>
    <p:handoutMasterId r:id="rId16"/>
  </p:handoutMasterIdLst>
  <p:sldIdLst>
    <p:sldId id="257" r:id="rId2"/>
    <p:sldId id="258" r:id="rId3"/>
    <p:sldId id="260" r:id="rId4"/>
    <p:sldId id="275" r:id="rId5"/>
    <p:sldId id="270" r:id="rId6"/>
    <p:sldId id="271" r:id="rId7"/>
    <p:sldId id="272" r:id="rId8"/>
    <p:sldId id="263" r:id="rId9"/>
    <p:sldId id="265" r:id="rId10"/>
    <p:sldId id="274" r:id="rId11"/>
    <p:sldId id="268" r:id="rId12"/>
    <p:sldId id="269" r:id="rId13"/>
    <p:sldId id="267" r:id="rId14"/>
  </p:sldIdLst>
  <p:sldSz cx="12192000" cy="6858000"/>
  <p:notesSz cx="7104063" cy="10234613"/>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59" userDrawn="1">
          <p15:clr>
            <a:srgbClr val="A4A3A4"/>
          </p15:clr>
        </p15:guide>
        <p15:guide id="2" pos="3865"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94AF476-87B0-0E9A-2656-8FFBC611C4BF}" name="Luce, Richard (CDC/GHC/GID)" initials="RL" userId="S::dwe5@cdc.gov::c035c40b-2dc3-4e14-a429-532e9421f61c"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2B2B2"/>
    <a:srgbClr val="202020"/>
    <a:srgbClr val="323232"/>
    <a:srgbClr val="CC3300"/>
    <a:srgbClr val="CC0000"/>
    <a:srgbClr val="FF3300"/>
    <a:srgbClr val="990000"/>
    <a:srgbClr val="FF8D41"/>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278" autoAdjust="0"/>
    <p:restoredTop sz="94660"/>
  </p:normalViewPr>
  <p:slideViewPr>
    <p:cSldViewPr snapToGrid="0" showGuides="1">
      <p:cViewPr varScale="1">
        <p:scale>
          <a:sx n="63" d="100"/>
          <a:sy n="63" d="100"/>
        </p:scale>
        <p:origin x="908" y="56"/>
      </p:cViewPr>
      <p:guideLst>
        <p:guide orient="horz" pos="2159"/>
        <p:guide pos="3865"/>
      </p:guideLst>
    </p:cSldViewPr>
  </p:slideViewPr>
  <p:notesTextViewPr>
    <p:cViewPr>
      <p:scale>
        <a:sx n="3" d="2"/>
        <a:sy n="3" d="2"/>
      </p:scale>
      <p:origin x="0" y="0"/>
    </p:cViewPr>
  </p:notesTextViewPr>
  <p:gridSpacing cx="72000" cy="720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8/10/relationships/authors" Target="author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8290" cy="513492"/>
          </a:xfrm>
          <a:prstGeom prst="rect">
            <a:avLst/>
          </a:prstGeom>
        </p:spPr>
        <p:txBody>
          <a:bodyPr vert="horz" lIns="91440" tIns="45720" rIns="91440" bIns="45720" rtlCol="0"/>
          <a:lstStyle>
            <a:lvl1pPr algn="l">
              <a:defRPr sz="1245"/>
            </a:lvl1pPr>
          </a:lstStyle>
          <a:p>
            <a:endParaRPr lang="en-US"/>
          </a:p>
        </p:txBody>
      </p:sp>
      <p:sp>
        <p:nvSpPr>
          <p:cNvPr id="3" name="Date Placeholder 2"/>
          <p:cNvSpPr>
            <a:spLocks noGrp="1"/>
          </p:cNvSpPr>
          <p:nvPr>
            <p:ph type="dt" sz="quarter" idx="1"/>
          </p:nvPr>
        </p:nvSpPr>
        <p:spPr>
          <a:xfrm>
            <a:off x="4023812" y="0"/>
            <a:ext cx="3078290" cy="513492"/>
          </a:xfrm>
          <a:prstGeom prst="rect">
            <a:avLst/>
          </a:prstGeom>
        </p:spPr>
        <p:txBody>
          <a:bodyPr vert="horz" lIns="91440" tIns="45720" rIns="91440" bIns="45720" rtlCol="0"/>
          <a:lstStyle>
            <a:lvl1pPr algn="r">
              <a:defRPr sz="1245"/>
            </a:lvl1pPr>
          </a:lstStyle>
          <a:p>
            <a:fld id="{0F9B84EA-7D68-4D60-9CB1-D50884785D1C}" type="datetimeFigureOut">
              <a:rPr lang="en-US" smtClean="0"/>
              <a:t>12/13/2025</a:t>
            </a:fld>
            <a:endParaRPr lang="en-US"/>
          </a:p>
        </p:txBody>
      </p:sp>
      <p:sp>
        <p:nvSpPr>
          <p:cNvPr id="4" name="Footer Placeholder 3"/>
          <p:cNvSpPr>
            <a:spLocks noGrp="1"/>
          </p:cNvSpPr>
          <p:nvPr>
            <p:ph type="ftr" sz="quarter" idx="2"/>
          </p:nvPr>
        </p:nvSpPr>
        <p:spPr>
          <a:xfrm>
            <a:off x="0" y="9720804"/>
            <a:ext cx="3078290" cy="513491"/>
          </a:xfrm>
          <a:prstGeom prst="rect">
            <a:avLst/>
          </a:prstGeom>
        </p:spPr>
        <p:txBody>
          <a:bodyPr vert="horz" lIns="91440" tIns="45720" rIns="91440" bIns="45720" rtlCol="0" anchor="b"/>
          <a:lstStyle>
            <a:lvl1pPr algn="l">
              <a:defRPr sz="1245"/>
            </a:lvl1pPr>
          </a:lstStyle>
          <a:p>
            <a:endParaRPr lang="en-US"/>
          </a:p>
        </p:txBody>
      </p:sp>
      <p:sp>
        <p:nvSpPr>
          <p:cNvPr id="5" name="Slide Number Placeholder 4"/>
          <p:cNvSpPr>
            <a:spLocks noGrp="1"/>
          </p:cNvSpPr>
          <p:nvPr>
            <p:ph type="sldNum" sz="quarter" idx="3"/>
          </p:nvPr>
        </p:nvSpPr>
        <p:spPr>
          <a:xfrm>
            <a:off x="4023812" y="9720804"/>
            <a:ext cx="3078290" cy="513491"/>
          </a:xfrm>
          <a:prstGeom prst="rect">
            <a:avLst/>
          </a:prstGeom>
        </p:spPr>
        <p:txBody>
          <a:bodyPr vert="horz" lIns="91440" tIns="45720" rIns="91440" bIns="45720" rtlCol="0" anchor="b"/>
          <a:lstStyle>
            <a:lvl1pPr algn="r">
              <a:defRPr sz="1245"/>
            </a:lvl1pPr>
          </a:lstStyle>
          <a:p>
            <a:fld id="{8D4E0FC9-F1F8-4FAE-9988-3BA365CFD46F}" type="slidenum">
              <a:rPr lang="en-US" smtClean="0"/>
              <a:t>‹N°›</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8163" cy="512763"/>
          </a:xfrm>
          <a:prstGeom prst="rect">
            <a:avLst/>
          </a:prstGeom>
        </p:spPr>
        <p:txBody>
          <a:bodyPr vert="horz" lIns="91440" tIns="45720" rIns="91440" bIns="45720" rtlCol="0"/>
          <a:lstStyle>
            <a:lvl1pPr algn="l">
              <a:defRPr sz="1200"/>
            </a:lvl1pPr>
          </a:lstStyle>
          <a:p>
            <a:endParaRPr lang="en-US"/>
          </a:p>
        </p:txBody>
      </p:sp>
      <p:sp>
        <p:nvSpPr>
          <p:cNvPr id="3" name="Slide Number Placeholder 2"/>
          <p:cNvSpPr>
            <a:spLocks noGrp="1"/>
          </p:cNvSpPr>
          <p:nvPr>
            <p:ph type="dt" idx="1"/>
          </p:nvPr>
        </p:nvSpPr>
        <p:spPr>
          <a:xfrm>
            <a:off x="4024313" y="0"/>
            <a:ext cx="3078162" cy="512763"/>
          </a:xfrm>
          <a:prstGeom prst="rect">
            <a:avLst/>
          </a:prstGeom>
        </p:spPr>
        <p:txBody>
          <a:bodyPr vert="horz" lIns="91440" tIns="45720" rIns="91440" bIns="45720" rtlCol="0"/>
          <a:lstStyle>
            <a:lvl1pPr algn="r">
              <a:defRPr sz="1200"/>
            </a:lvl1pPr>
          </a:lstStyle>
          <a:p>
            <a:fld id="{D6C8D182-E4C8-4120-9249-FC9774456FFA}" type="datetimeFigureOut">
              <a:rPr lang="en-US" smtClean="0"/>
              <a:t>12/13/2025</a:t>
            </a:fld>
            <a:endParaRPr lang="en-US"/>
          </a:p>
        </p:txBody>
      </p:sp>
      <p:sp>
        <p:nvSpPr>
          <p:cNvPr id="4" name="Slide Image Placehoder 3"/>
          <p:cNvSpPr>
            <a:spLocks noGrp="1" noRot="1" noChangeAspect="1"/>
          </p:cNvSpPr>
          <p:nvPr>
            <p:ph type="sldImg" idx="2"/>
          </p:nvPr>
        </p:nvSpPr>
        <p:spPr>
          <a:xfrm>
            <a:off x="482600" y="1279525"/>
            <a:ext cx="6140450" cy="3454400"/>
          </a:xfrm>
          <a:prstGeom prst="rect">
            <a:avLst/>
          </a:prstGeom>
          <a:noFill/>
          <a:ln w="12700">
            <a:solidFill>
              <a:prstClr val="black"/>
            </a:solidFill>
          </a:ln>
        </p:spPr>
        <p:txBody>
          <a:bodyPr vert="horz" lIns="91440" tIns="45720" rIns="91440" bIns="45720" rtlCol="0" anchor="ctr"/>
          <a:lstStyle/>
          <a:p>
            <a:endParaRPr lang="en-US"/>
          </a:p>
        </p:txBody>
      </p:sp>
      <p:sp>
        <p:nvSpPr>
          <p:cNvPr id="5" name="Note Placeholder 4"/>
          <p:cNvSpPr>
            <a:spLocks noGrp="1"/>
          </p:cNvSpPr>
          <p:nvPr>
            <p:ph type="body" sz="quarter" idx="3"/>
          </p:nvPr>
        </p:nvSpPr>
        <p:spPr>
          <a:xfrm>
            <a:off x="711200" y="4926013"/>
            <a:ext cx="5683250" cy="4029075"/>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721850"/>
            <a:ext cx="3078163" cy="512763"/>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4024313" y="9721850"/>
            <a:ext cx="3078162" cy="512763"/>
          </a:xfrm>
          <a:prstGeom prst="rect">
            <a:avLst/>
          </a:prstGeom>
        </p:spPr>
        <p:txBody>
          <a:bodyPr vert="horz" lIns="91440" tIns="45720" rIns="91440" bIns="45720" rtlCol="0" anchor="b"/>
          <a:lstStyle>
            <a:lvl1pPr algn="r">
              <a:defRPr sz="1200"/>
            </a:lvl1pPr>
          </a:lstStyle>
          <a:p>
            <a:fld id="{85D0DACE-38E0-42D2-9336-2B707D34BC6D}" type="slidenum">
              <a:rPr lang="en-US" smtClean="0"/>
              <a:t>‹N°›</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g3aabd3d1b2d_0_149:notes"/>
          <p:cNvSpPr>
            <a:spLocks noGrp="1" noRot="1" noChangeAspect="1"/>
          </p:cNvSpPr>
          <p:nvPr>
            <p:ph type="sldImg" idx="2"/>
          </p:nvPr>
        </p:nvSpPr>
        <p:spPr>
          <a:xfrm>
            <a:off x="312738" y="652463"/>
            <a:ext cx="5805487" cy="326707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chemeClr val="lt1"/>
            </a:solidFill>
            <a:prstDash val="solid"/>
            <a:miter lim="8000"/>
            <a:headEnd type="none" w="sm" len="sm"/>
            <a:tailEnd type="none" w="sm" len="sm"/>
          </a:ln>
        </p:spPr>
      </p:sp>
      <p:sp>
        <p:nvSpPr>
          <p:cNvPr id="145" name="Google Shape;145;g3aabd3d1b2d_0_149:notes"/>
          <p:cNvSpPr txBox="1">
            <a:spLocks noGrp="1"/>
          </p:cNvSpPr>
          <p:nvPr>
            <p:ph type="body" idx="1"/>
          </p:nvPr>
        </p:nvSpPr>
        <p:spPr>
          <a:xfrm>
            <a:off x="642938" y="4136571"/>
            <a:ext cx="5143500" cy="3918900"/>
          </a:xfrm>
          <a:prstGeom prst="rect">
            <a:avLst/>
          </a:prstGeom>
          <a:noFill/>
          <a:ln>
            <a:noFill/>
          </a:ln>
        </p:spPr>
        <p:txBody>
          <a:bodyPr spcFirstLastPara="1" wrap="square" lIns="86275" tIns="86275" rIns="86275" bIns="86275" anchor="t" anchorCtr="0">
            <a:noAutofit/>
          </a:bodyPr>
          <a:lstStyle/>
          <a:p>
            <a:pPr marL="0" lvl="0" indent="0" algn="l" rtl="0">
              <a:lnSpc>
                <a:spcPct val="100000"/>
              </a:lnSpc>
              <a:spcBef>
                <a:spcPts val="0"/>
              </a:spcBef>
              <a:spcAft>
                <a:spcPts val="0"/>
              </a:spcAft>
              <a:buClr>
                <a:schemeClr val="dk1"/>
              </a:buClr>
              <a:buSzPts val="1300"/>
              <a:buFont typeface="Arial" panose="020B0604020202020204"/>
              <a:buNone/>
            </a:pPr>
            <a:endParaRPr>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g3aabd3d1b2d_0_156: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4" name="Google Shape;154;g3aabd3d1b2d_0_156:notes"/>
          <p:cNvSpPr txBox="1">
            <a:spLocks noGrp="1"/>
          </p:cNvSpPr>
          <p:nvPr>
            <p:ph type="body" idx="1"/>
          </p:nvPr>
        </p:nvSpPr>
        <p:spPr>
          <a:xfrm>
            <a:off x="685800" y="4343400"/>
            <a:ext cx="5486400" cy="4114800"/>
          </a:xfrm>
          <a:prstGeom prst="rect">
            <a:avLst/>
          </a:prstGeom>
          <a:noFill/>
          <a:ln>
            <a:noFill/>
          </a:ln>
        </p:spPr>
        <p:txBody>
          <a:bodyPr spcFirstLastPara="1" wrap="square" lIns="91550" tIns="91550" rIns="91550" bIns="91550" anchor="t" anchorCtr="0">
            <a:noAutofit/>
          </a:bodyPr>
          <a:lstStyle/>
          <a:p>
            <a:pPr marL="0" lvl="0" indent="0" algn="l" rtl="0">
              <a:lnSpc>
                <a:spcPct val="100000"/>
              </a:lnSpc>
              <a:spcBef>
                <a:spcPts val="0"/>
              </a:spcBef>
              <a:spcAft>
                <a:spcPts val="0"/>
              </a:spcAft>
              <a:buClr>
                <a:schemeClr val="dk1"/>
              </a:buClr>
              <a:buSzPts val="1200"/>
              <a:buFont typeface="Calibri" panose="020F0502020204030204"/>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3aabd3d1b2d_0_290: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4" name="Google Shape;174;g3aabd3d1b2d_0_290:notes"/>
          <p:cNvSpPr txBox="1">
            <a:spLocks noGrp="1"/>
          </p:cNvSpPr>
          <p:nvPr>
            <p:ph type="body" idx="1"/>
          </p:nvPr>
        </p:nvSpPr>
        <p:spPr>
          <a:xfrm>
            <a:off x="685800" y="4343400"/>
            <a:ext cx="5486400" cy="4114800"/>
          </a:xfrm>
          <a:prstGeom prst="rect">
            <a:avLst/>
          </a:prstGeom>
          <a:noFill/>
          <a:ln>
            <a:noFill/>
          </a:ln>
        </p:spPr>
        <p:txBody>
          <a:bodyPr spcFirstLastPara="1" wrap="square" lIns="91550" tIns="91550" rIns="91550" bIns="91550" anchor="t" anchorCtr="0">
            <a:noAutofit/>
          </a:bodyPr>
          <a:lstStyle/>
          <a:p>
            <a:pPr marL="0" lvl="0" indent="0" algn="l" rtl="0">
              <a:lnSpc>
                <a:spcPct val="100000"/>
              </a:lnSpc>
              <a:spcBef>
                <a:spcPts val="0"/>
              </a:spcBef>
              <a:spcAft>
                <a:spcPts val="0"/>
              </a:spcAft>
              <a:buClr>
                <a:schemeClr val="dk1"/>
              </a:buClr>
              <a:buSzPts val="1200"/>
              <a:buFont typeface="Calibri" panose="020F0502020204030204"/>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a:extLst>
            <a:ext uri="{FF2B5EF4-FFF2-40B4-BE49-F238E27FC236}">
              <a16:creationId xmlns:a16="http://schemas.microsoft.com/office/drawing/2014/main" id="{5620ECED-B74E-6317-7285-A726CCE4889D}"/>
            </a:ext>
          </a:extLst>
        </p:cNvPr>
        <p:cNvGrpSpPr/>
        <p:nvPr/>
      </p:nvGrpSpPr>
      <p:grpSpPr>
        <a:xfrm>
          <a:off x="0" y="0"/>
          <a:ext cx="0" cy="0"/>
          <a:chOff x="0" y="0"/>
          <a:chExt cx="0" cy="0"/>
        </a:xfrm>
      </p:grpSpPr>
      <p:sp>
        <p:nvSpPr>
          <p:cNvPr id="173" name="Google Shape;173;g3aabd3d1b2d_0_290:notes">
            <a:extLst>
              <a:ext uri="{FF2B5EF4-FFF2-40B4-BE49-F238E27FC236}">
                <a16:creationId xmlns:a16="http://schemas.microsoft.com/office/drawing/2014/main" id="{76C5B1E8-F0CD-5395-3846-B59079D6A7D3}"/>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4" name="Google Shape;174;g3aabd3d1b2d_0_290:notes">
            <a:extLst>
              <a:ext uri="{FF2B5EF4-FFF2-40B4-BE49-F238E27FC236}">
                <a16:creationId xmlns:a16="http://schemas.microsoft.com/office/drawing/2014/main" id="{466E572C-722B-A41C-58A0-AE93308B2A15}"/>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550" tIns="91550" rIns="91550" bIns="91550" anchor="t" anchorCtr="0">
            <a:noAutofit/>
          </a:bodyPr>
          <a:lstStyle/>
          <a:p>
            <a:pPr marL="0" lvl="0" indent="0" algn="l" rtl="0">
              <a:lnSpc>
                <a:spcPct val="100000"/>
              </a:lnSpc>
              <a:spcBef>
                <a:spcPts val="0"/>
              </a:spcBef>
              <a:spcAft>
                <a:spcPts val="0"/>
              </a:spcAft>
              <a:buClr>
                <a:schemeClr val="dk1"/>
              </a:buClr>
              <a:buSzPts val="1200"/>
              <a:buFont typeface="Calibri" panose="020F0502020204030204"/>
              <a:buNone/>
            </a:pPr>
            <a:endParaRPr/>
          </a:p>
        </p:txBody>
      </p:sp>
    </p:spTree>
    <p:extLst>
      <p:ext uri="{BB962C8B-B14F-4D97-AF65-F5344CB8AC3E}">
        <p14:creationId xmlns:p14="http://schemas.microsoft.com/office/powerpoint/2010/main" val="11598874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3aabd3d1b2d_0_290: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4" name="Google Shape;174;g3aabd3d1b2d_0_290:notes"/>
          <p:cNvSpPr txBox="1">
            <a:spLocks noGrp="1"/>
          </p:cNvSpPr>
          <p:nvPr>
            <p:ph type="body" idx="1"/>
          </p:nvPr>
        </p:nvSpPr>
        <p:spPr>
          <a:xfrm>
            <a:off x="685800" y="4343400"/>
            <a:ext cx="5486400" cy="4114800"/>
          </a:xfrm>
          <a:prstGeom prst="rect">
            <a:avLst/>
          </a:prstGeom>
          <a:noFill/>
          <a:ln>
            <a:noFill/>
          </a:ln>
        </p:spPr>
        <p:txBody>
          <a:bodyPr spcFirstLastPara="1" wrap="square" lIns="91550" tIns="91550" rIns="91550" bIns="91550" anchor="t" anchorCtr="0">
            <a:noAutofit/>
          </a:bodyPr>
          <a:lstStyle/>
          <a:p>
            <a:pPr marL="0" lvl="0" indent="0" algn="l" rtl="0">
              <a:lnSpc>
                <a:spcPct val="100000"/>
              </a:lnSpc>
              <a:spcBef>
                <a:spcPts val="0"/>
              </a:spcBef>
              <a:spcAft>
                <a:spcPts val="0"/>
              </a:spcAft>
              <a:buClr>
                <a:schemeClr val="dk1"/>
              </a:buClr>
              <a:buSzPts val="1200"/>
              <a:buFont typeface="Calibri" panose="020F0502020204030204"/>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3aabd3d1b2d_0_290: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4" name="Google Shape;174;g3aabd3d1b2d_0_290:notes"/>
          <p:cNvSpPr txBox="1">
            <a:spLocks noGrp="1"/>
          </p:cNvSpPr>
          <p:nvPr>
            <p:ph type="body" idx="1"/>
          </p:nvPr>
        </p:nvSpPr>
        <p:spPr>
          <a:xfrm>
            <a:off x="685800" y="4343400"/>
            <a:ext cx="5486400" cy="4114800"/>
          </a:xfrm>
          <a:prstGeom prst="rect">
            <a:avLst/>
          </a:prstGeom>
          <a:noFill/>
          <a:ln>
            <a:noFill/>
          </a:ln>
        </p:spPr>
        <p:txBody>
          <a:bodyPr spcFirstLastPara="1" wrap="square" lIns="91550" tIns="91550" rIns="91550" bIns="91550" anchor="t" anchorCtr="0">
            <a:noAutofit/>
          </a:bodyPr>
          <a:lstStyle/>
          <a:p>
            <a:pPr marL="0" lvl="0" indent="0" algn="l" rtl="0">
              <a:lnSpc>
                <a:spcPct val="100000"/>
              </a:lnSpc>
              <a:spcBef>
                <a:spcPts val="0"/>
              </a:spcBef>
              <a:spcAft>
                <a:spcPts val="0"/>
              </a:spcAft>
              <a:buClr>
                <a:schemeClr val="dk1"/>
              </a:buClr>
              <a:buSzPts val="1200"/>
              <a:buFont typeface="Calibri" panose="020F0502020204030204"/>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3aabd3d1b2d_0_290: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4" name="Google Shape;174;g3aabd3d1b2d_0_290:notes"/>
          <p:cNvSpPr txBox="1">
            <a:spLocks noGrp="1"/>
          </p:cNvSpPr>
          <p:nvPr>
            <p:ph type="body" idx="1"/>
          </p:nvPr>
        </p:nvSpPr>
        <p:spPr>
          <a:xfrm>
            <a:off x="685800" y="4343400"/>
            <a:ext cx="5486400" cy="4114800"/>
          </a:xfrm>
          <a:prstGeom prst="rect">
            <a:avLst/>
          </a:prstGeom>
          <a:noFill/>
          <a:ln>
            <a:noFill/>
          </a:ln>
        </p:spPr>
        <p:txBody>
          <a:bodyPr spcFirstLastPara="1" wrap="square" lIns="91550" tIns="91550" rIns="91550" bIns="91550" anchor="t" anchorCtr="0">
            <a:noAutofit/>
          </a:bodyPr>
          <a:lstStyle/>
          <a:p>
            <a:pPr marL="0" lvl="0" indent="0" algn="l" rtl="0">
              <a:lnSpc>
                <a:spcPct val="100000"/>
              </a:lnSpc>
              <a:spcBef>
                <a:spcPts val="0"/>
              </a:spcBef>
              <a:spcAft>
                <a:spcPts val="0"/>
              </a:spcAft>
              <a:buClr>
                <a:schemeClr val="dk1"/>
              </a:buClr>
              <a:buSzPts val="1200"/>
              <a:buFont typeface="Calibri" panose="020F0502020204030204"/>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3aabd3d1b2d_0_290: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4" name="Google Shape;174;g3aabd3d1b2d_0_290:notes"/>
          <p:cNvSpPr txBox="1">
            <a:spLocks noGrp="1"/>
          </p:cNvSpPr>
          <p:nvPr>
            <p:ph type="body" idx="1"/>
          </p:nvPr>
        </p:nvSpPr>
        <p:spPr>
          <a:xfrm>
            <a:off x="685800" y="4343400"/>
            <a:ext cx="5486400" cy="4114800"/>
          </a:xfrm>
          <a:prstGeom prst="rect">
            <a:avLst/>
          </a:prstGeom>
          <a:noFill/>
          <a:ln>
            <a:noFill/>
          </a:ln>
        </p:spPr>
        <p:txBody>
          <a:bodyPr spcFirstLastPara="1" wrap="square" lIns="91550" tIns="91550" rIns="91550" bIns="91550" anchor="t" anchorCtr="0">
            <a:noAutofit/>
          </a:bodyPr>
          <a:lstStyle/>
          <a:p>
            <a:pPr marL="0" lvl="0" indent="0" algn="l" rtl="0">
              <a:lnSpc>
                <a:spcPct val="100000"/>
              </a:lnSpc>
              <a:spcBef>
                <a:spcPts val="0"/>
              </a:spcBef>
              <a:spcAft>
                <a:spcPts val="0"/>
              </a:spcAft>
              <a:buClr>
                <a:schemeClr val="dk1"/>
              </a:buClr>
              <a:buSzPts val="1200"/>
              <a:buFont typeface="Calibri" panose="020F0502020204030204"/>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3aabd3d1b2d_0_290: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4" name="Google Shape;174;g3aabd3d1b2d_0_290:notes"/>
          <p:cNvSpPr txBox="1">
            <a:spLocks noGrp="1"/>
          </p:cNvSpPr>
          <p:nvPr>
            <p:ph type="body" idx="1"/>
          </p:nvPr>
        </p:nvSpPr>
        <p:spPr>
          <a:xfrm>
            <a:off x="685800" y="4343400"/>
            <a:ext cx="5486400" cy="4114800"/>
          </a:xfrm>
          <a:prstGeom prst="rect">
            <a:avLst/>
          </a:prstGeom>
          <a:noFill/>
          <a:ln>
            <a:noFill/>
          </a:ln>
        </p:spPr>
        <p:txBody>
          <a:bodyPr spcFirstLastPara="1" wrap="square" lIns="91550" tIns="91550" rIns="91550" bIns="91550" anchor="t" anchorCtr="0">
            <a:noAutofit/>
          </a:bodyPr>
          <a:lstStyle/>
          <a:p>
            <a:pPr marL="0" lvl="0" indent="0" algn="l" rtl="0">
              <a:lnSpc>
                <a:spcPct val="100000"/>
              </a:lnSpc>
              <a:spcBef>
                <a:spcPts val="0"/>
              </a:spcBef>
              <a:spcAft>
                <a:spcPts val="0"/>
              </a:spcAft>
              <a:buClr>
                <a:schemeClr val="dk1"/>
              </a:buClr>
              <a:buSzPts val="1200"/>
              <a:buFont typeface="Calibri" panose="020F0502020204030204"/>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3aabd3d1b2d_0_290: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4" name="Google Shape;174;g3aabd3d1b2d_0_290:notes"/>
          <p:cNvSpPr txBox="1">
            <a:spLocks noGrp="1"/>
          </p:cNvSpPr>
          <p:nvPr>
            <p:ph type="body" idx="1"/>
          </p:nvPr>
        </p:nvSpPr>
        <p:spPr>
          <a:xfrm>
            <a:off x="685800" y="4343400"/>
            <a:ext cx="5486400" cy="4114800"/>
          </a:xfrm>
          <a:prstGeom prst="rect">
            <a:avLst/>
          </a:prstGeom>
          <a:noFill/>
          <a:ln>
            <a:noFill/>
          </a:ln>
        </p:spPr>
        <p:txBody>
          <a:bodyPr spcFirstLastPara="1" wrap="square" lIns="91550" tIns="91550" rIns="91550" bIns="91550" anchor="t" anchorCtr="0">
            <a:noAutofit/>
          </a:bodyPr>
          <a:lstStyle/>
          <a:p>
            <a:pPr marL="0" lvl="0" indent="0" algn="l" rtl="0">
              <a:lnSpc>
                <a:spcPct val="100000"/>
              </a:lnSpc>
              <a:spcBef>
                <a:spcPts val="0"/>
              </a:spcBef>
              <a:spcAft>
                <a:spcPts val="0"/>
              </a:spcAft>
              <a:buClr>
                <a:schemeClr val="dk1"/>
              </a:buClr>
              <a:buSzPts val="1200"/>
              <a:buFont typeface="Calibri" panose="020F0502020204030204"/>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3aabd3d1b2d_0_290: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4" name="Google Shape;174;g3aabd3d1b2d_0_290:notes"/>
          <p:cNvSpPr txBox="1">
            <a:spLocks noGrp="1"/>
          </p:cNvSpPr>
          <p:nvPr>
            <p:ph type="body" idx="1"/>
          </p:nvPr>
        </p:nvSpPr>
        <p:spPr>
          <a:xfrm>
            <a:off x="685800" y="4343400"/>
            <a:ext cx="5486400" cy="4114800"/>
          </a:xfrm>
          <a:prstGeom prst="rect">
            <a:avLst/>
          </a:prstGeom>
          <a:noFill/>
          <a:ln>
            <a:noFill/>
          </a:ln>
        </p:spPr>
        <p:txBody>
          <a:bodyPr spcFirstLastPara="1" wrap="square" lIns="91550" tIns="91550" rIns="91550" bIns="91550" anchor="t" anchorCtr="0">
            <a:noAutofit/>
          </a:bodyPr>
          <a:lstStyle/>
          <a:p>
            <a:pPr marL="0" lvl="0" indent="0" algn="l" rtl="0">
              <a:lnSpc>
                <a:spcPct val="100000"/>
              </a:lnSpc>
              <a:spcBef>
                <a:spcPts val="0"/>
              </a:spcBef>
              <a:spcAft>
                <a:spcPts val="0"/>
              </a:spcAft>
              <a:buClr>
                <a:schemeClr val="dk1"/>
              </a:buClr>
              <a:buSzPts val="1200"/>
              <a:buFont typeface="Calibri" panose="020F0502020204030204"/>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3aabd3d1b2d_0_290: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4" name="Google Shape;174;g3aabd3d1b2d_0_290:notes"/>
          <p:cNvSpPr txBox="1">
            <a:spLocks noGrp="1"/>
          </p:cNvSpPr>
          <p:nvPr>
            <p:ph type="body" idx="1"/>
          </p:nvPr>
        </p:nvSpPr>
        <p:spPr>
          <a:xfrm>
            <a:off x="685800" y="4343400"/>
            <a:ext cx="5486400" cy="4114800"/>
          </a:xfrm>
          <a:prstGeom prst="rect">
            <a:avLst/>
          </a:prstGeom>
          <a:noFill/>
          <a:ln>
            <a:noFill/>
          </a:ln>
        </p:spPr>
        <p:txBody>
          <a:bodyPr spcFirstLastPara="1" wrap="square" lIns="91550" tIns="91550" rIns="91550" bIns="91550" anchor="t" anchorCtr="0">
            <a:noAutofit/>
          </a:bodyPr>
          <a:lstStyle/>
          <a:p>
            <a:pPr marL="0" lvl="0" indent="0" algn="l" rtl="0">
              <a:lnSpc>
                <a:spcPct val="100000"/>
              </a:lnSpc>
              <a:spcBef>
                <a:spcPts val="0"/>
              </a:spcBef>
              <a:spcAft>
                <a:spcPts val="0"/>
              </a:spcAft>
              <a:buClr>
                <a:schemeClr val="dk1"/>
              </a:buClr>
              <a:buSzPts val="1200"/>
              <a:buFont typeface="Calibri" panose="020F0502020204030204"/>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g3aabd3d1b2d_0_178:notes"/>
          <p:cNvSpPr>
            <a:spLocks noGrp="1" noRot="1" noChangeAspect="1"/>
          </p:cNvSpPr>
          <p:nvPr>
            <p:ph type="sldImg" idx="2"/>
          </p:nvPr>
        </p:nvSpPr>
        <p:spPr>
          <a:xfrm>
            <a:off x="381794"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0" name="Google Shape;220;g3aabd3d1b2d_0_178:notes"/>
          <p:cNvSpPr txBox="1">
            <a:spLocks noGrp="1"/>
          </p:cNvSpPr>
          <p:nvPr>
            <p:ph type="body" idx="1"/>
          </p:nvPr>
        </p:nvSpPr>
        <p:spPr>
          <a:xfrm>
            <a:off x="685800" y="4343400"/>
            <a:ext cx="5486400" cy="4114800"/>
          </a:xfrm>
          <a:prstGeom prst="rect">
            <a:avLst/>
          </a:prstGeom>
          <a:noFill/>
          <a:ln>
            <a:noFill/>
          </a:ln>
        </p:spPr>
        <p:txBody>
          <a:bodyPr spcFirstLastPara="1" wrap="square" lIns="91550" tIns="91550" rIns="91550" bIns="91550"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322962"/>
            <a:ext cx="9144000" cy="2187001"/>
          </a:xfrm>
        </p:spPr>
        <p:txBody>
          <a:bodyPr anchor="b">
            <a:normAutofit/>
          </a:bodyPr>
          <a:lstStyle>
            <a:lvl1pPr algn="ctr">
              <a:lnSpc>
                <a:spcPct val="130000"/>
              </a:lnSpc>
              <a:defRPr sz="6000">
                <a:effectLst/>
                <a:latin typeface="Calibri Light" panose="020F0302020204030204" pitchFamily="34" charset="0"/>
              </a:defRPr>
            </a:lvl1pPr>
          </a:lstStyle>
          <a:p>
            <a:r>
              <a:rPr lang="en-US" dirty="0"/>
              <a:t>Click to edit Master title style</a:t>
            </a:r>
          </a:p>
        </p:txBody>
      </p:sp>
      <p:sp>
        <p:nvSpPr>
          <p:cNvPr id="4" name="Date Placeholder  3"/>
          <p:cNvSpPr>
            <a:spLocks noGrp="1"/>
          </p:cNvSpPr>
          <p:nvPr>
            <p:ph type="dt" sz="half" idx="10"/>
          </p:nvPr>
        </p:nvSpPr>
        <p:spPr/>
        <p:txBody>
          <a:bodyPr/>
          <a:lstStyle/>
          <a:p>
            <a:fld id="{760FBDFE-C587-4B4C-A407-44438C67B59E}" type="datetimeFigureOut">
              <a:rPr lang="en-US" smtClean="0"/>
              <a:t>12/13/2025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9AE70B2-8BF9-45C0-BB95-33D1B9D3A854}" type="slidenum">
              <a:rPr lang="en-US" smtClean="0"/>
              <a:t>‹N°›</a:t>
            </a:fld>
            <a:endParaRPr lang="en-US"/>
          </a:p>
        </p:txBody>
      </p:sp>
      <p:sp>
        <p:nvSpPr>
          <p:cNvPr id="3" name="Subtitle 2"/>
          <p:cNvSpPr>
            <a:spLocks noGrp="1"/>
          </p:cNvSpPr>
          <p:nvPr>
            <p:ph type="subTitle" idx="1"/>
          </p:nvPr>
        </p:nvSpPr>
        <p:spPr>
          <a:xfrm>
            <a:off x="1524000" y="3602038"/>
            <a:ext cx="9144000" cy="1655762"/>
          </a:xfrm>
        </p:spPr>
        <p:txBody>
          <a:bodyPr>
            <a:normAutofit/>
          </a:bodyPr>
          <a:lstStyle>
            <a:lvl1pPr marL="0" indent="0" algn="ctr">
              <a:buNone/>
              <a:defRPr sz="2400">
                <a:solidFill>
                  <a:schemeClr val="tx1">
                    <a:lumMod val="75000"/>
                    <a:lumOff val="25000"/>
                  </a:schemeClr>
                </a:solidFill>
                <a:effectLst/>
                <a:latin typeface="Calibri Light" panose="020F0302020204030204" pitchFamily="34" charset="0"/>
                <a:ea typeface="+mj-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47700" y="258445"/>
            <a:ext cx="10515600" cy="1325563"/>
          </a:xfrm>
        </p:spPr>
        <p:txBody>
          <a:bodyPr anchor="ctr" anchorCtr="0">
            <a:normAutofit/>
          </a:bodyPr>
          <a:lstStyle>
            <a:lvl1pPr>
              <a:defRPr sz="4400" b="1">
                <a:effectLst/>
                <a:latin typeface="Calibri Light" panose="020F0302020204030204" pitchFamily="34" charset="0"/>
              </a:defRPr>
            </a:lvl1pPr>
          </a:lstStyle>
          <a:p>
            <a:r>
              <a:rPr lang="en-US" dirty="0"/>
              <a:t>Click to edit Master title style</a:t>
            </a:r>
          </a:p>
        </p:txBody>
      </p:sp>
      <p:sp>
        <p:nvSpPr>
          <p:cNvPr id="3" name="Content Placeholder 2"/>
          <p:cNvSpPr>
            <a:spLocks noGrp="1"/>
          </p:cNvSpPr>
          <p:nvPr>
            <p:ph idx="1"/>
          </p:nvPr>
        </p:nvSpPr>
        <p:spPr>
          <a:xfrm>
            <a:off x="647700" y="1825625"/>
            <a:ext cx="10515600" cy="4351338"/>
          </a:xfrm>
        </p:spPr>
        <p:txBody>
          <a:bodyPr>
            <a:normAutofit/>
          </a:bodyPr>
          <a:lstStyle>
            <a:lvl1pPr>
              <a:defRPr sz="2800">
                <a:solidFill>
                  <a:schemeClr val="tx1">
                    <a:lumMod val="75000"/>
                    <a:lumOff val="25000"/>
                  </a:schemeClr>
                </a:solidFill>
                <a:latin typeface="Calibri Light" panose="020F0302020204030204" pitchFamily="34" charset="0"/>
                <a:cs typeface="Calibri Light" panose="020F0302020204030204" pitchFamily="34" charset="0"/>
              </a:defRPr>
            </a:lvl1pPr>
            <a:lvl2pPr>
              <a:defRPr sz="2400">
                <a:solidFill>
                  <a:schemeClr val="tx1">
                    <a:lumMod val="75000"/>
                    <a:lumOff val="25000"/>
                  </a:schemeClr>
                </a:solidFill>
                <a:latin typeface="Calibri Light" panose="020F0302020204030204" pitchFamily="34" charset="0"/>
                <a:cs typeface="Calibri Light" panose="020F0302020204030204" pitchFamily="34" charset="0"/>
              </a:defRPr>
            </a:lvl2pPr>
            <a:lvl3pPr>
              <a:defRPr sz="2000">
                <a:solidFill>
                  <a:schemeClr val="tx1">
                    <a:lumMod val="75000"/>
                    <a:lumOff val="25000"/>
                  </a:schemeClr>
                </a:solidFill>
                <a:latin typeface="Calibri Light" panose="020F0302020204030204" pitchFamily="34" charset="0"/>
                <a:cs typeface="Calibri Light" panose="020F0302020204030204" pitchFamily="34" charset="0"/>
              </a:defRPr>
            </a:lvl3pPr>
            <a:lvl4pPr>
              <a:defRPr sz="1800">
                <a:solidFill>
                  <a:schemeClr val="tx1">
                    <a:lumMod val="75000"/>
                    <a:lumOff val="25000"/>
                  </a:schemeClr>
                </a:solidFill>
                <a:latin typeface="Calibri Light" panose="020F0302020204030204" pitchFamily="34" charset="0"/>
                <a:cs typeface="Calibri Light" panose="020F0302020204030204" pitchFamily="34" charset="0"/>
              </a:defRPr>
            </a:lvl4pPr>
            <a:lvl5pPr>
              <a:defRPr sz="1800">
                <a:solidFill>
                  <a:schemeClr val="tx1">
                    <a:lumMod val="75000"/>
                    <a:lumOff val="25000"/>
                  </a:schemeClr>
                </a:solidFill>
                <a:latin typeface="Calibri Light" panose="020F0302020204030204" pitchFamily="34" charset="0"/>
                <a:cs typeface="Calibri Light" panose="020F0302020204030204" pitchFamily="34" charset="0"/>
              </a:defRPr>
            </a:lvl5pPr>
          </a:lstStyle>
          <a:p>
            <a:pPr lvl="0"/>
            <a:r>
              <a:rPr lang="en-US" dirty="0"/>
              <a:t>Click to edit Master text styles</a:t>
            </a:r>
          </a:p>
          <a:p>
            <a:pPr lvl="1"/>
            <a:r>
              <a:rPr lang="en-US" dirty="0"/>
              <a:t>Second level </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760FBDFE-C587-4B4C-A407-44438C67B59E}" type="datetimeFigureOut">
              <a:rPr lang="en-US" smtClean="0"/>
              <a:t>12/13/2025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9AE70B2-8BF9-45C0-BB95-33D1B9D3A854}" type="slidenum">
              <a:rPr lang="en-US" smtClean="0"/>
              <a:t>‹N°›</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3750945"/>
            <a:ext cx="9843135" cy="811530"/>
          </a:xfrm>
        </p:spPr>
        <p:txBody>
          <a:bodyPr anchor="b">
            <a:noAutofit/>
          </a:bodyPr>
          <a:lstStyle>
            <a:lvl1pPr>
              <a:defRPr sz="6000">
                <a:effectLst/>
              </a:defRPr>
            </a:lvl1pPr>
          </a:lstStyle>
          <a:p>
            <a:r>
              <a:rPr lang="en-US" dirty="0">
                <a:sym typeface="+mn-ea"/>
              </a:rPr>
              <a:t>Click to edit Master title style</a:t>
            </a:r>
          </a:p>
        </p:txBody>
      </p:sp>
      <p:sp>
        <p:nvSpPr>
          <p:cNvPr id="3" name="Text Placeholder 2"/>
          <p:cNvSpPr>
            <a:spLocks noGrp="1"/>
          </p:cNvSpPr>
          <p:nvPr>
            <p:ph type="body" idx="1"/>
          </p:nvPr>
        </p:nvSpPr>
        <p:spPr>
          <a:xfrm>
            <a:off x="831850" y="4610028"/>
            <a:ext cx="7321550" cy="647555"/>
          </a:xfrm>
        </p:spPr>
        <p:txBody>
          <a:bodyPr>
            <a:noAutofit/>
          </a:bodyPr>
          <a:lstStyle>
            <a:lvl1pPr marL="0" indent="0">
              <a:buNone/>
              <a:defRPr sz="24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Slide Number Placeholder 3"/>
          <p:cNvSpPr>
            <a:spLocks noGrp="1"/>
          </p:cNvSpPr>
          <p:nvPr>
            <p:ph type="dt" sz="half" idx="10"/>
          </p:nvPr>
        </p:nvSpPr>
        <p:spPr/>
        <p:txBody>
          <a:bodyPr/>
          <a:lstStyle/>
          <a:p>
            <a:fld id="{760FBDFE-C587-4B4C-A407-44438C67B59E}" type="datetimeFigureOut">
              <a:rPr lang="en-US" smtClean="0"/>
              <a:t>12/13/2025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9AE70B2-8BF9-45C0-BB95-33D1B9D3A854}" type="slidenum">
              <a:rPr lang="en-US" smtClean="0"/>
              <a:t>‹N°›</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47700" y="258445"/>
            <a:ext cx="10515600" cy="1325563"/>
          </a:xfrm>
        </p:spPr>
        <p:txBody>
          <a:bodyPr>
            <a:normAutofit/>
          </a:bodyPr>
          <a:lstStyle>
            <a:lvl1pPr>
              <a:defRPr sz="4400" b="0" i="0">
                <a:effectLst/>
              </a:defRPr>
            </a:lvl1pPr>
          </a:lstStyle>
          <a:p>
            <a:r>
              <a:rPr lang="en-US" dirty="0">
                <a:sym typeface="+mn-ea"/>
              </a:rPr>
              <a:t>Click to edit Master title style</a:t>
            </a:r>
            <a:endParaRPr lang="en-US" dirty="0"/>
          </a:p>
        </p:txBody>
      </p:sp>
      <p:sp>
        <p:nvSpPr>
          <p:cNvPr id="3" name="Content Placeholder 2"/>
          <p:cNvSpPr>
            <a:spLocks noGrp="1"/>
          </p:cNvSpPr>
          <p:nvPr>
            <p:ph sz="half" idx="1"/>
          </p:nvPr>
        </p:nvSpPr>
        <p:spPr>
          <a:xfrm>
            <a:off x="647700" y="1825625"/>
            <a:ext cx="5181600" cy="4351338"/>
          </a:xfrm>
        </p:spPr>
        <p:txBody>
          <a:bodyPr>
            <a:normAutofit/>
          </a:bodyPr>
          <a:lstStyle>
            <a:lvl1pPr>
              <a:lnSpc>
                <a:spcPct val="150000"/>
              </a:lnSpc>
              <a:defRPr sz="2800">
                <a:solidFill>
                  <a:schemeClr val="tx1">
                    <a:lumMod val="75000"/>
                    <a:lumOff val="25000"/>
                  </a:schemeClr>
                </a:solidFill>
                <a:latin typeface="Calibri Light" panose="020F0302020204030204" pitchFamily="34" charset="0"/>
                <a:cs typeface="Calibri Light" panose="020F0302020204030204" pitchFamily="34" charset="0"/>
              </a:defRPr>
            </a:lvl1pPr>
            <a:lvl2pPr>
              <a:lnSpc>
                <a:spcPct val="150000"/>
              </a:lnSpc>
              <a:defRPr sz="2400">
                <a:solidFill>
                  <a:schemeClr val="tx1">
                    <a:lumMod val="75000"/>
                    <a:lumOff val="25000"/>
                  </a:schemeClr>
                </a:solidFill>
                <a:latin typeface="Calibri Light" panose="020F0302020204030204" pitchFamily="34" charset="0"/>
                <a:cs typeface="Calibri Light" panose="020F0302020204030204" pitchFamily="34" charset="0"/>
              </a:defRPr>
            </a:lvl2pPr>
            <a:lvl3pPr>
              <a:lnSpc>
                <a:spcPct val="150000"/>
              </a:lnSpc>
              <a:defRPr sz="2000">
                <a:solidFill>
                  <a:schemeClr val="tx1">
                    <a:lumMod val="75000"/>
                    <a:lumOff val="25000"/>
                  </a:schemeClr>
                </a:solidFill>
                <a:latin typeface="Calibri Light" panose="020F0302020204030204" pitchFamily="34" charset="0"/>
                <a:cs typeface="Calibri Light" panose="020F0302020204030204" pitchFamily="34" charset="0"/>
              </a:defRPr>
            </a:lvl3pPr>
            <a:lvl4pPr>
              <a:lnSpc>
                <a:spcPct val="150000"/>
              </a:lnSpc>
              <a:defRPr sz="1800">
                <a:solidFill>
                  <a:schemeClr val="tx1">
                    <a:lumMod val="75000"/>
                    <a:lumOff val="25000"/>
                  </a:schemeClr>
                </a:solidFill>
                <a:latin typeface="Calibri Light" panose="020F0302020204030204" pitchFamily="34" charset="0"/>
                <a:cs typeface="Calibri Light" panose="020F0302020204030204" pitchFamily="34" charset="0"/>
              </a:defRPr>
            </a:lvl4pPr>
            <a:lvl5pPr>
              <a:lnSpc>
                <a:spcPct val="150000"/>
              </a:lnSpc>
              <a:defRPr sz="1800">
                <a:solidFill>
                  <a:schemeClr val="tx1">
                    <a:lumMod val="75000"/>
                    <a:lumOff val="25000"/>
                  </a:schemeClr>
                </a:solidFill>
                <a:latin typeface="Calibri Light" panose="020F0302020204030204" pitchFamily="34" charset="0"/>
                <a:cs typeface="Calibri Light" panose="020F030202020403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5981700" y="1825625"/>
            <a:ext cx="5181600" cy="4351338"/>
          </a:xfrm>
        </p:spPr>
        <p:txBody>
          <a:bodyPr>
            <a:normAutofit/>
          </a:bodyPr>
          <a:lstStyle>
            <a:lvl1pPr>
              <a:lnSpc>
                <a:spcPct val="150000"/>
              </a:lnSpc>
              <a:defRPr kumimoji="0" lang="en-US" sz="2800" b="0" i="0" u="none" strike="noStrike" kern="1200" cap="none" spc="0" normalizeH="0" baseline="0" noProof="1" dirty="0">
                <a:solidFill>
                  <a:schemeClr val="tx1">
                    <a:lumMod val="75000"/>
                    <a:lumOff val="25000"/>
                  </a:schemeClr>
                </a:solidFill>
                <a:latin typeface="Calibri Light" panose="020F0302020204030204" pitchFamily="34" charset="0"/>
                <a:ea typeface="+mn-ea"/>
                <a:cs typeface="+mn-cs"/>
              </a:defRPr>
            </a:lvl1pPr>
            <a:lvl2pPr>
              <a:lnSpc>
                <a:spcPct val="150000"/>
              </a:lnSpc>
              <a:defRPr sz="2400">
                <a:solidFill>
                  <a:schemeClr val="tx1">
                    <a:lumMod val="75000"/>
                    <a:lumOff val="25000"/>
                  </a:schemeClr>
                </a:solidFill>
              </a:defRPr>
            </a:lvl2pPr>
            <a:lvl3pPr>
              <a:lnSpc>
                <a:spcPct val="150000"/>
              </a:lnSpc>
              <a:defRPr sz="2000">
                <a:solidFill>
                  <a:schemeClr val="tx1">
                    <a:lumMod val="75000"/>
                    <a:lumOff val="25000"/>
                  </a:schemeClr>
                </a:solidFill>
              </a:defRPr>
            </a:lvl3pPr>
            <a:lvl4pPr>
              <a:lnSpc>
                <a:spcPct val="150000"/>
              </a:lnSpc>
              <a:defRPr sz="2000">
                <a:solidFill>
                  <a:schemeClr val="tx1">
                    <a:lumMod val="75000"/>
                    <a:lumOff val="25000"/>
                  </a:schemeClr>
                </a:solidFill>
              </a:defRPr>
            </a:lvl4pPr>
            <a:lvl5pPr>
              <a:lnSpc>
                <a:spcPct val="150000"/>
              </a:lnSpc>
              <a:defRPr sz="2000">
                <a:solidFill>
                  <a:schemeClr val="tx1">
                    <a:lumMod val="75000"/>
                    <a:lumOff val="25000"/>
                  </a:schemeClr>
                </a:solidFill>
              </a:defRPr>
            </a:lvl5pPr>
          </a:lstStyle>
          <a:p>
            <a:pPr lvl="0"/>
            <a:r>
              <a:rPr lang="en-US" dirty="0"/>
              <a:t>Click to edit Master text styles</a:t>
            </a:r>
          </a:p>
          <a:p>
            <a:pPr lvl="1"/>
            <a:r>
              <a:rPr lang="en-US" dirty="0">
                <a:sym typeface="+mn-ea"/>
              </a:rPr>
              <a:t>Second level</a:t>
            </a:r>
            <a:endParaRPr lang="en-US" dirty="0"/>
          </a:p>
          <a:p>
            <a:pPr lvl="2"/>
            <a:r>
              <a:rPr lang="en-US" dirty="0">
                <a:sym typeface="+mn-ea"/>
              </a:rPr>
              <a:t>Third level</a:t>
            </a:r>
            <a:endParaRPr lang="en-US" dirty="0"/>
          </a:p>
          <a:p>
            <a:pPr lvl="3"/>
            <a:r>
              <a:rPr lang="en-US" dirty="0">
                <a:sym typeface="+mn-ea"/>
              </a:rPr>
              <a:t>Fourth level</a:t>
            </a:r>
            <a:endParaRPr lang="en-US" dirty="0"/>
          </a:p>
          <a:p>
            <a:pPr lvl="4"/>
            <a:r>
              <a:rPr lang="en-US" dirty="0">
                <a:sym typeface="+mn-ea"/>
              </a:rPr>
              <a:t>Fifth level</a:t>
            </a:r>
            <a:endParaRPr lang="en-US" dirty="0"/>
          </a:p>
        </p:txBody>
      </p:sp>
      <p:sp>
        <p:nvSpPr>
          <p:cNvPr id="5" name="Date Placeholder 4"/>
          <p:cNvSpPr>
            <a:spLocks noGrp="1"/>
          </p:cNvSpPr>
          <p:nvPr>
            <p:ph type="dt" sz="half" idx="10"/>
          </p:nvPr>
        </p:nvSpPr>
        <p:spPr/>
        <p:txBody>
          <a:bodyPr/>
          <a:lstStyle/>
          <a:p>
            <a:fld id="{760FBDFE-C587-4B4C-A407-44438C67B59E}" type="datetimeFigureOut">
              <a:rPr lang="en-US" smtClean="0"/>
              <a:t>12/13/2025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9AE70B2-8BF9-45C0-BB95-33D1B9D3A854}" type="slidenum">
              <a:rPr lang="en-US" smtClean="0"/>
              <a:t>‹N°›</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lvl1pPr>
              <a:defRPr sz="4400"/>
            </a:lvl1pPr>
          </a:lstStyle>
          <a:p>
            <a:r>
              <a:rPr lang="en-US" dirty="0">
                <a:sym typeface="+mn-ea"/>
              </a:rPr>
              <a:t>Click to edit Master title style</a:t>
            </a:r>
            <a:endParaRPr lang="en-US"/>
          </a:p>
        </p:txBody>
      </p:sp>
      <p:sp>
        <p:nvSpPr>
          <p:cNvPr id="3" name="Text Placeholder 2"/>
          <p:cNvSpPr>
            <a:spLocks noGrp="1"/>
          </p:cNvSpPr>
          <p:nvPr>
            <p:ph type="body" idx="1"/>
          </p:nvPr>
        </p:nvSpPr>
        <p:spPr>
          <a:xfrm>
            <a:off x="839788" y="1744961"/>
            <a:ext cx="5157787" cy="823912"/>
          </a:xfrm>
        </p:spPr>
        <p:txBody>
          <a:bodyPr anchor="b"/>
          <a:lstStyle>
            <a:lvl1pPr marL="0" indent="0">
              <a:buNone/>
              <a:defRPr sz="2400" b="1">
                <a:latin typeface="Calibri Light" panose="020F0302020204030204" pitchFamily="34" charset="0"/>
                <a:cs typeface="Calibri Light" panose="020F030202020403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839788" y="2615609"/>
            <a:ext cx="5157787" cy="357405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文本占位符 4"/>
          <p:cNvSpPr>
            <a:spLocks noGrp="1"/>
          </p:cNvSpPr>
          <p:nvPr>
            <p:ph type="body" sz="quarter" idx="3"/>
          </p:nvPr>
        </p:nvSpPr>
        <p:spPr>
          <a:xfrm>
            <a:off x="6172200" y="1744961"/>
            <a:ext cx="5183188" cy="823912"/>
          </a:xfrm>
        </p:spPr>
        <p:txBody>
          <a:bodyPr anchor="b"/>
          <a:lstStyle>
            <a:lvl1pPr marL="0" indent="0">
              <a:buNone/>
              <a:defRPr sz="2400" b="1">
                <a:latin typeface="Calibri Light" panose="020F0302020204030204" pitchFamily="34" charset="0"/>
                <a:cs typeface="Calibri Light" panose="020F030202020403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内容占位符 5"/>
          <p:cNvSpPr>
            <a:spLocks noGrp="1"/>
          </p:cNvSpPr>
          <p:nvPr>
            <p:ph sz="quarter" idx="4"/>
          </p:nvPr>
        </p:nvSpPr>
        <p:spPr>
          <a:xfrm>
            <a:off x="6172200" y="2615609"/>
            <a:ext cx="5183188" cy="3574054"/>
          </a:xfrm>
        </p:spPr>
        <p:txBody>
          <a:bodyPr/>
          <a:lstStyle/>
          <a:p>
            <a:pPr lvl="0"/>
            <a:r>
              <a:rPr lang="en-US" dirty="0">
                <a:sym typeface="+mn-ea"/>
              </a:rPr>
              <a:t>Click to edit Master text styles</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760FBDFE-C587-4B4C-A407-44438C67B59E}" type="datetimeFigureOut">
              <a:rPr lang="en-US" smtClean="0"/>
              <a:t>12/13/2025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9AE70B2-8BF9-45C0-BB95-33D1B9D3A854}" type="slidenum">
              <a:rPr lang="en-US" smtClean="0"/>
              <a:t>‹N°›</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2766219"/>
            <a:ext cx="10515600" cy="1325563"/>
          </a:xfrm>
        </p:spPr>
        <p:txBody>
          <a:bodyPr>
            <a:normAutofit/>
          </a:bodyPr>
          <a:lstStyle>
            <a:lvl1pPr algn="ctr">
              <a:defRPr sz="4400" b="0">
                <a:effectLst/>
                <a:latin typeface="Calibri Light" panose="020F0302020204030204" pitchFamily="34" charset="0"/>
                <a:cs typeface="Calibri Light" panose="020F0302020204030204" pitchFamily="34" charset="0"/>
              </a:defRPr>
            </a:lvl1pPr>
          </a:lstStyle>
          <a:p>
            <a:r>
              <a:rPr lang="en-US" dirty="0"/>
              <a:t>Click to edit Master title style</a:t>
            </a:r>
          </a:p>
        </p:txBody>
      </p:sp>
      <p:sp>
        <p:nvSpPr>
          <p:cNvPr id="3" name="Date Placeholder 2"/>
          <p:cNvSpPr>
            <a:spLocks noGrp="1"/>
          </p:cNvSpPr>
          <p:nvPr>
            <p:ph type="dt" sz="half" idx="10"/>
          </p:nvPr>
        </p:nvSpPr>
        <p:spPr/>
        <p:txBody>
          <a:bodyPr/>
          <a:lstStyle/>
          <a:p>
            <a:fld id="{760FBDFE-C587-4B4C-A407-44438C67B59E}" type="datetimeFigureOut">
              <a:rPr lang="en-US" smtClean="0"/>
              <a:t>12/13/2025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9AE70B2-8BF9-45C0-BB95-33D1B9D3A854}" type="slidenum">
              <a:rPr lang="en-US" smtClean="0"/>
              <a:t>‹N°›</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60FBDFE-C587-4B4C-A407-44438C67B59E}" type="datetimeFigureOut">
              <a:rPr lang="en-US" smtClean="0"/>
              <a:t>12/13/2025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9AE70B2-8BF9-45C0-BB95-33D1B9D3A854}" type="slidenum">
              <a:rPr lang="en-US" smtClean="0"/>
              <a:t>‹N°›</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46747" y="127000"/>
            <a:ext cx="4165200" cy="1600200"/>
          </a:xfrm>
        </p:spPr>
        <p:txBody>
          <a:bodyPr anchor="ctr" anchorCtr="0">
            <a:normAutofit/>
          </a:bodyPr>
          <a:lstStyle>
            <a:lvl1pPr>
              <a:defRPr sz="3200" b="0">
                <a:effectLst/>
                <a:latin typeface="Calibri Light" panose="020F0302020204030204" pitchFamily="34" charset="0"/>
                <a:cs typeface="Calibri Light" panose="020F0302020204030204" pitchFamily="34" charset="0"/>
              </a:defRPr>
            </a:lvl1pPr>
          </a:lstStyle>
          <a:p>
            <a:r>
              <a:rPr lang="en-US" dirty="0"/>
              <a:t>Click to edit Master title style</a:t>
            </a:r>
          </a:p>
        </p:txBody>
      </p:sp>
      <p:sp>
        <p:nvSpPr>
          <p:cNvPr id="3" name="Picture Placeholder 2"/>
          <p:cNvSpPr>
            <a:spLocks noGrp="1" noChangeAspect="1"/>
          </p:cNvSpPr>
          <p:nvPr>
            <p:ph type="pic" idx="1"/>
          </p:nvPr>
        </p:nvSpPr>
        <p:spPr>
          <a:xfrm>
            <a:off x="5184000" y="766354"/>
            <a:ext cx="5817375" cy="509444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651827" y="2057400"/>
            <a:ext cx="4165200" cy="3811588"/>
          </a:xfrm>
        </p:spPr>
        <p:txBody>
          <a:bodyPr>
            <a:normAutofit/>
          </a:bodyPr>
          <a:lstStyle>
            <a:lvl1pPr marL="0" indent="0">
              <a:lnSpc>
                <a:spcPct val="150000"/>
              </a:lnSpc>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9EFD9D74-47D9-4702-A33C-335B63B48DBF}" type="datetimeFigureOut">
              <a:rPr lang="en-US" smtClean="0"/>
              <a:t>12/13/2025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FABC47A4-756D-490B-A52F-7D9E2C9FC05F}" type="slidenum">
              <a:rPr lang="en-US" smtClean="0"/>
              <a:t>‹N°›</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824484" y="365125"/>
            <a:ext cx="1529316" cy="5811838"/>
          </a:xfrm>
        </p:spPr>
        <p:txBody>
          <a:bodyPr vert="eaVert">
            <a:normAutofit/>
          </a:bodyPr>
          <a:lstStyle>
            <a:lvl1pPr>
              <a:defRPr sz="4400"/>
            </a:lvl1pPr>
          </a:lstStyle>
          <a:p>
            <a:r>
              <a:rPr lang="en-US"/>
              <a:t>Click to edit Master title style</a:t>
            </a:r>
          </a:p>
        </p:txBody>
      </p:sp>
      <p:sp>
        <p:nvSpPr>
          <p:cNvPr id="3" name="Vertical Text Placeholder 2"/>
          <p:cNvSpPr>
            <a:spLocks noGrp="1"/>
          </p:cNvSpPr>
          <p:nvPr>
            <p:ph type="body" orient="vert" idx="1"/>
          </p:nvPr>
        </p:nvSpPr>
        <p:spPr>
          <a:xfrm>
            <a:off x="838200" y="365125"/>
            <a:ext cx="8879958" cy="5811838"/>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760FBDFE-C587-4B4C-A407-44438C67B59E}" type="datetimeFigureOut">
              <a:rPr lang="en-US" smtClean="0"/>
              <a:t>12/13/2025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9AE70B2-8BF9-45C0-BB95-33D1B9D3A854}" type="slidenum">
              <a:rPr lang="en-US" smtClean="0"/>
              <a:t>‹N°›</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760FBDFE-C587-4B4C-A407-44438C67B59E}" type="datetimeFigureOut">
              <a:rPr lang="en-US" smtClean="0"/>
              <a:t>12/13/2025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9AE70B2-8BF9-45C0-BB95-33D1B9D3A854}" type="slidenum">
              <a:rPr lang="en-US" smtClean="0"/>
              <a:t>‹N°›</a:t>
            </a:fld>
            <a:endParaRPr lang="en-US"/>
          </a:p>
        </p:txBody>
      </p:sp>
      <p:sp>
        <p:nvSpPr>
          <p:cNvPr id="7" name="Content Placeholder 6"/>
          <p:cNvSpPr>
            <a:spLocks noGrp="1"/>
          </p:cNvSpPr>
          <p:nvPr>
            <p:ph sz="quarter" idx="13"/>
          </p:nvPr>
        </p:nvSpPr>
        <p:spPr>
          <a:xfrm>
            <a:off x="838200" y="551543"/>
            <a:ext cx="10515600" cy="5558971"/>
          </a:xfrm>
        </p:spPr>
        <p:txBody>
          <a:bodyPr/>
          <a:lstStyle/>
          <a:p>
            <a:pPr lvl="0"/>
            <a:r>
              <a:rPr lang="en-US" dirty="0">
                <a:sym typeface="+mn-ea"/>
              </a:rPr>
              <a:t>Click to edit Master text styles</a:t>
            </a:r>
            <a:endParaRPr lang="en-US" dirty="0"/>
          </a:p>
          <a:p>
            <a:pPr lvl="1"/>
            <a:r>
              <a:rPr lang="en-US" dirty="0">
                <a:sym typeface="+mn-ea"/>
              </a:rPr>
              <a:t>Second level</a:t>
            </a:r>
            <a:endParaRPr lang="en-US" dirty="0"/>
          </a:p>
          <a:p>
            <a:pPr lvl="2"/>
            <a:r>
              <a:rPr lang="en-US" dirty="0">
                <a:sym typeface="+mn-ea"/>
              </a:rPr>
              <a:t>Third level</a:t>
            </a:r>
            <a:endParaRPr lang="en-US" dirty="0"/>
          </a:p>
          <a:p>
            <a:pPr lvl="3"/>
            <a:r>
              <a:rPr lang="en-US" dirty="0">
                <a:sym typeface="+mn-ea"/>
              </a:rPr>
              <a:t>Fourth level</a:t>
            </a:r>
            <a:endParaRPr lang="en-US" dirty="0"/>
          </a:p>
          <a:p>
            <a:pPr lvl="4"/>
            <a:r>
              <a:rPr lang="en-US" dirty="0">
                <a:sym typeface="+mn-ea"/>
              </a:rPr>
              <a:t>Fifth level</a:t>
            </a:r>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99"/>
        <p:cNvGrpSpPr/>
        <p:nvPr/>
      </p:nvGrpSpPr>
      <p:grpSpPr>
        <a:xfrm>
          <a:off x="0" y="0"/>
          <a:ext cx="0" cy="0"/>
          <a:chOff x="0" y="0"/>
          <a:chExt cx="0" cy="0"/>
        </a:xfrm>
      </p:grpSpPr>
      <p:sp>
        <p:nvSpPr>
          <p:cNvPr id="100" name="Google Shape;100;g3aabd3d1b2d_0_195"/>
          <p:cNvSpPr txBox="1">
            <a:spLocks noGrp="1"/>
          </p:cNvSpPr>
          <p:nvPr>
            <p:ph type="title"/>
          </p:nvPr>
        </p:nvSpPr>
        <p:spPr>
          <a:xfrm>
            <a:off x="415600" y="593367"/>
            <a:ext cx="11360700" cy="763500"/>
          </a:xfrm>
          <a:prstGeom prst="rect">
            <a:avLst/>
          </a:prstGeom>
          <a:noFill/>
          <a:ln>
            <a:noFill/>
          </a:ln>
        </p:spPr>
        <p:txBody>
          <a:bodyPr spcFirstLastPara="1" wrap="square" lIns="121900" tIns="121900" rIns="121900" bIns="121900" anchor="t" anchorCtr="0">
            <a:normAutofit/>
          </a:bodyPr>
          <a:lstStyle>
            <a:lvl1pPr lvl="0" algn="l">
              <a:lnSpc>
                <a:spcPct val="100000"/>
              </a:lnSpc>
              <a:spcBef>
                <a:spcPts val="0"/>
              </a:spcBef>
              <a:spcAft>
                <a:spcPts val="0"/>
              </a:spcAft>
              <a:buSzPts val="3700"/>
              <a:buNone/>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a:endParaRPr/>
          </a:p>
        </p:txBody>
      </p:sp>
      <p:sp>
        <p:nvSpPr>
          <p:cNvPr id="101" name="Google Shape;101;g3aabd3d1b2d_0_195"/>
          <p:cNvSpPr txBox="1">
            <a:spLocks noGrp="1"/>
          </p:cNvSpPr>
          <p:nvPr>
            <p:ph type="body" idx="1"/>
          </p:nvPr>
        </p:nvSpPr>
        <p:spPr>
          <a:xfrm>
            <a:off x="415600" y="1536633"/>
            <a:ext cx="11360700" cy="4555200"/>
          </a:xfrm>
          <a:prstGeom prst="rect">
            <a:avLst/>
          </a:prstGeom>
          <a:noFill/>
          <a:ln>
            <a:noFill/>
          </a:ln>
        </p:spPr>
        <p:txBody>
          <a:bodyPr spcFirstLastPara="1" wrap="square" lIns="121900" tIns="121900" rIns="121900" bIns="121900" anchor="t" anchorCtr="0">
            <a:normAutofit/>
          </a:bodyPr>
          <a:lstStyle>
            <a:lvl1pPr marL="457200" lvl="0" indent="-381000" algn="l">
              <a:lnSpc>
                <a:spcPct val="115000"/>
              </a:lnSpc>
              <a:spcBef>
                <a:spcPts val="0"/>
              </a:spcBef>
              <a:spcAft>
                <a:spcPts val="0"/>
              </a:spcAft>
              <a:buSzPts val="2400"/>
              <a:buChar char="●"/>
              <a:defRPr/>
            </a:lvl1pPr>
            <a:lvl2pPr marL="914400" lvl="1" indent="-349250" algn="l">
              <a:lnSpc>
                <a:spcPct val="115000"/>
              </a:lnSpc>
              <a:spcBef>
                <a:spcPts val="0"/>
              </a:spcBef>
              <a:spcAft>
                <a:spcPts val="0"/>
              </a:spcAft>
              <a:buSzPts val="1900"/>
              <a:buChar char="○"/>
              <a:defRPr/>
            </a:lvl2pPr>
            <a:lvl3pPr marL="1371600" lvl="2" indent="-349250" algn="l">
              <a:lnSpc>
                <a:spcPct val="115000"/>
              </a:lnSpc>
              <a:spcBef>
                <a:spcPts val="0"/>
              </a:spcBef>
              <a:spcAft>
                <a:spcPts val="0"/>
              </a:spcAft>
              <a:buSzPts val="1900"/>
              <a:buChar char="■"/>
              <a:defRPr/>
            </a:lvl3pPr>
            <a:lvl4pPr marL="1828800" lvl="3" indent="-349250" algn="l">
              <a:lnSpc>
                <a:spcPct val="115000"/>
              </a:lnSpc>
              <a:spcBef>
                <a:spcPts val="0"/>
              </a:spcBef>
              <a:spcAft>
                <a:spcPts val="0"/>
              </a:spcAft>
              <a:buSzPts val="1900"/>
              <a:buChar char="●"/>
              <a:defRPr/>
            </a:lvl4pPr>
            <a:lvl5pPr marL="2286000" lvl="4" indent="-349250" algn="l">
              <a:lnSpc>
                <a:spcPct val="115000"/>
              </a:lnSpc>
              <a:spcBef>
                <a:spcPts val="0"/>
              </a:spcBef>
              <a:spcAft>
                <a:spcPts val="0"/>
              </a:spcAft>
              <a:buSzPts val="1900"/>
              <a:buChar char="○"/>
              <a:defRPr/>
            </a:lvl5pPr>
            <a:lvl6pPr marL="2743200" lvl="5" indent="-349250" algn="l">
              <a:lnSpc>
                <a:spcPct val="115000"/>
              </a:lnSpc>
              <a:spcBef>
                <a:spcPts val="0"/>
              </a:spcBef>
              <a:spcAft>
                <a:spcPts val="0"/>
              </a:spcAft>
              <a:buSzPts val="1900"/>
              <a:buChar char="■"/>
              <a:defRPr/>
            </a:lvl6pPr>
            <a:lvl7pPr marL="3200400" lvl="6" indent="-349250" algn="l">
              <a:lnSpc>
                <a:spcPct val="115000"/>
              </a:lnSpc>
              <a:spcBef>
                <a:spcPts val="0"/>
              </a:spcBef>
              <a:spcAft>
                <a:spcPts val="0"/>
              </a:spcAft>
              <a:buSzPts val="1900"/>
              <a:buChar char="●"/>
              <a:defRPr/>
            </a:lvl7pPr>
            <a:lvl8pPr marL="3657600" lvl="7" indent="-349250" algn="l">
              <a:lnSpc>
                <a:spcPct val="115000"/>
              </a:lnSpc>
              <a:spcBef>
                <a:spcPts val="0"/>
              </a:spcBef>
              <a:spcAft>
                <a:spcPts val="0"/>
              </a:spcAft>
              <a:buSzPts val="1900"/>
              <a:buChar char="○"/>
              <a:defRPr/>
            </a:lvl8pPr>
            <a:lvl9pPr marL="4114800" lvl="8" indent="-349250" algn="l">
              <a:lnSpc>
                <a:spcPct val="115000"/>
              </a:lnSpc>
              <a:spcBef>
                <a:spcPts val="0"/>
              </a:spcBef>
              <a:spcAft>
                <a:spcPts val="0"/>
              </a:spcAft>
              <a:buSzPts val="1900"/>
              <a:buChar char="■"/>
              <a:defRPr/>
            </a:lvl9pPr>
          </a:lstStyle>
          <a:p>
            <a:endParaRPr/>
          </a:p>
        </p:txBody>
      </p:sp>
      <p:sp>
        <p:nvSpPr>
          <p:cNvPr id="102" name="Google Shape;102;g3aabd3d1b2d_0_195"/>
          <p:cNvSpPr txBox="1">
            <a:spLocks noGrp="1"/>
          </p:cNvSpPr>
          <p:nvPr>
            <p:ph type="sldNum" idx="12"/>
          </p:nvPr>
        </p:nvSpPr>
        <p:spPr>
          <a:xfrm>
            <a:off x="11296611" y="6217623"/>
            <a:ext cx="731700" cy="524700"/>
          </a:xfrm>
          <a:prstGeom prst="rect">
            <a:avLst/>
          </a:prstGeom>
          <a:noFill/>
          <a:ln>
            <a:noFill/>
          </a:ln>
        </p:spPr>
        <p:txBody>
          <a:bodyPr spcFirstLastPara="1" wrap="square" lIns="121900" tIns="121900" rIns="121900" bIns="121900" anchor="ctr" anchorCtr="0">
            <a:normAutofit/>
          </a:bodyPr>
          <a:lstStyle>
            <a:lvl1pPr marL="0" marR="0" lvl="0"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t>‹N°›</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defRPr/>
            </a:pPr>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normAutofit/>
          </a:bodyPr>
          <a:lstStyle>
            <a:lvl1pPr algn="l">
              <a:defRPr sz="1200" baseline="0">
                <a:solidFill>
                  <a:schemeClr val="tx1">
                    <a:tint val="75000"/>
                  </a:schemeClr>
                </a:solidFill>
              </a:defRPr>
            </a:lvl1pPr>
          </a:lstStyle>
          <a:p>
            <a:fld id="{760FBDFE-C587-4B4C-A407-44438C67B59E}" type="datetimeFigureOut">
              <a:rPr lang="en-US" smtClean="0"/>
              <a:t>12/13/2025</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latin typeface="Calibri Light" panose="020F0302020204030204" pitchFamily="34" charset="0"/>
                <a:cs typeface="Calibri Light" panose="020F0302020204030204" pitchFamily="34" charset="0"/>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normAutofit/>
          </a:bodyPr>
          <a:lstStyle>
            <a:lvl1pPr algn="r">
              <a:defRPr sz="1200">
                <a:solidFill>
                  <a:schemeClr val="tx1">
                    <a:tint val="75000"/>
                  </a:schemeClr>
                </a:solidFill>
                <a:latin typeface="Calibri Light" panose="020F0302020204030204" pitchFamily="34" charset="0"/>
                <a:cs typeface="Calibri Light" panose="020F0302020204030204" pitchFamily="34" charset="0"/>
              </a:defRPr>
            </a:lvl1pPr>
          </a:lstStyle>
          <a:p>
            <a:fld id="{49AE70B2-8BF9-45C0-BB95-33D1B9D3A854}" type="slidenum">
              <a:rPr lang="en-US" smtClean="0"/>
              <a:t>‹N°›</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000" kern="1200">
          <a:solidFill>
            <a:schemeClr val="tx1"/>
          </a:solidFill>
          <a:latin typeface="Calibri Light" panose="020F0302020204030204" pitchFamily="34" charset="0"/>
          <a:ea typeface="+mj-ea"/>
          <a:cs typeface="+mj-cs"/>
        </a:defRPr>
      </a:lvl1pPr>
    </p:titleStyle>
    <p:body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sz="2800" b="0" kern="1200">
          <a:solidFill>
            <a:schemeClr val="tx1"/>
          </a:solidFill>
          <a:latin typeface="Calibri Light" panose="020F030202020403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baseline="0">
          <a:solidFill>
            <a:schemeClr val="tx1"/>
          </a:solidFill>
          <a:latin typeface="Calibri Light" panose="020F030202020403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baseline="0">
          <a:solidFill>
            <a:schemeClr val="tx1"/>
          </a:solidFill>
          <a:effectLst/>
          <a:latin typeface="Calibri Light" panose="020F0302020204030204" pitchFamily="34" charset="0"/>
          <a:ea typeface="+mn-ea"/>
          <a:cs typeface="Calibri Light" panose="020F030202020403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baseline="0">
          <a:solidFill>
            <a:schemeClr val="tx1"/>
          </a:solidFill>
          <a:effectLst/>
          <a:latin typeface="Calibri Light" panose="020F0302020204030204" pitchFamily="34" charset="0"/>
          <a:ea typeface="+mn-ea"/>
          <a:cs typeface="Calibri Light" panose="020F030202020403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baseline="0">
          <a:solidFill>
            <a:schemeClr val="tx1"/>
          </a:solidFill>
          <a:effectLst/>
          <a:latin typeface="Calibri Light" panose="020F0302020204030204" pitchFamily="34" charset="0"/>
          <a:ea typeface="+mn-ea"/>
          <a:cs typeface="Calibri Light" panose="020F03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1.xml"/><Relationship Id="rId1" Type="http://schemas.openxmlformats.org/officeDocument/2006/relationships/tags" Target="../tags/tag1.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1.xml"/><Relationship Id="rId1" Type="http://schemas.openxmlformats.org/officeDocument/2006/relationships/tags" Target="../tags/tag2.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1.xml"/><Relationship Id="rId1" Type="http://schemas.openxmlformats.org/officeDocument/2006/relationships/tags" Target="../tags/tag3.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1.xml"/><Relationship Id="rId1" Type="http://schemas.openxmlformats.org/officeDocument/2006/relationships/tags" Target="../tags/tag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pic>
        <p:nvPicPr>
          <p:cNvPr id="147" name="Google Shape;147;g3aabd3d1b2d_0_149"/>
          <p:cNvPicPr preferRelativeResize="0"/>
          <p:nvPr/>
        </p:nvPicPr>
        <p:blipFill rotWithShape="1">
          <a:blip r:embed="rId3"/>
          <a:srcRect l="-17785"/>
          <a:stretch>
            <a:fillRect/>
          </a:stretch>
        </p:blipFill>
        <p:spPr>
          <a:xfrm>
            <a:off x="-681739" y="1646127"/>
            <a:ext cx="4525279" cy="3703095"/>
          </a:xfrm>
          <a:prstGeom prst="rect">
            <a:avLst/>
          </a:prstGeom>
          <a:noFill/>
          <a:ln>
            <a:noFill/>
          </a:ln>
        </p:spPr>
      </p:pic>
      <p:sp>
        <p:nvSpPr>
          <p:cNvPr id="148" name="Google Shape;148;g3aabd3d1b2d_0_149"/>
          <p:cNvSpPr txBox="1"/>
          <p:nvPr/>
        </p:nvSpPr>
        <p:spPr>
          <a:xfrm>
            <a:off x="4210333" y="1516433"/>
            <a:ext cx="7894800" cy="18672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3200"/>
              <a:buFont typeface="Arial" panose="020B0604020202020204"/>
              <a:buNone/>
            </a:pPr>
            <a:r>
              <a:rPr lang="fr-FR" sz="4300" b="1" noProof="0" dirty="0">
                <a:solidFill>
                  <a:srgbClr val="1155CC"/>
                </a:solidFill>
                <a:latin typeface="Times New Roman" panose="02020603050405020304"/>
                <a:ea typeface="Times New Roman" panose="02020603050405020304"/>
                <a:cs typeface="Times New Roman" panose="02020603050405020304"/>
                <a:sym typeface="Times New Roman" panose="02020603050405020304"/>
              </a:rPr>
              <a:t>Revue annuelle 2025</a:t>
            </a:r>
          </a:p>
          <a:p>
            <a:pPr marL="0" marR="0" lvl="0" indent="0" algn="l" rtl="0">
              <a:lnSpc>
                <a:spcPct val="100000"/>
              </a:lnSpc>
              <a:spcBef>
                <a:spcPts val="0"/>
              </a:spcBef>
              <a:spcAft>
                <a:spcPts val="0"/>
              </a:spcAft>
              <a:buClr>
                <a:srgbClr val="000000"/>
              </a:buClr>
              <a:buSzPts val="3200"/>
              <a:buFont typeface="Arial" panose="020B0604020202020204"/>
              <a:buNone/>
            </a:pPr>
            <a:r>
              <a:rPr lang="fr-FR" sz="4300" b="1" i="1" noProof="0" dirty="0">
                <a:solidFill>
                  <a:srgbClr val="1155CC"/>
                </a:solidFill>
                <a:latin typeface="Times New Roman" panose="02020603050405020304"/>
                <a:ea typeface="Times New Roman" panose="02020603050405020304"/>
                <a:cs typeface="Times New Roman" panose="02020603050405020304"/>
                <a:sym typeface="Times New Roman" panose="02020603050405020304"/>
              </a:rPr>
              <a:t>Canevas de présentation des PTF en appui à la vaccination</a:t>
            </a:r>
          </a:p>
          <a:p>
            <a:pPr marL="0" marR="0" lvl="0" indent="0" algn="l" rtl="0">
              <a:lnSpc>
                <a:spcPct val="100000"/>
              </a:lnSpc>
              <a:spcBef>
                <a:spcPts val="0"/>
              </a:spcBef>
              <a:spcAft>
                <a:spcPts val="0"/>
              </a:spcAft>
              <a:buClr>
                <a:srgbClr val="000000"/>
              </a:buClr>
              <a:buSzPts val="3200"/>
              <a:buFont typeface="Arial" panose="020B0604020202020204"/>
              <a:buNone/>
            </a:pPr>
            <a:endParaRPr lang="fr-FR" sz="4300" b="1" i="1" noProof="0" dirty="0">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rgbClr val="000000"/>
              </a:buClr>
              <a:buSzPts val="3200"/>
              <a:buFont typeface="Arial" panose="020B0604020202020204"/>
              <a:buNone/>
            </a:pPr>
            <a:r>
              <a:rPr lang="fr-FR" sz="4300" b="1" i="1" noProof="0" dirty="0">
                <a:solidFill>
                  <a:srgbClr val="1155CC"/>
                </a:solidFill>
                <a:latin typeface="Times New Roman" panose="02020603050405020304"/>
                <a:ea typeface="Times New Roman" panose="02020603050405020304"/>
                <a:cs typeface="Times New Roman" panose="02020603050405020304"/>
                <a:sym typeface="Times New Roman" panose="02020603050405020304"/>
              </a:rPr>
              <a:t>Centre pour le contrôle et la prévention des maladies (CDC / Etats-Unis)</a:t>
            </a:r>
          </a:p>
        </p:txBody>
      </p:sp>
      <p:sp>
        <p:nvSpPr>
          <p:cNvPr id="149" name="Google Shape;149;g3aabd3d1b2d_0_149"/>
          <p:cNvSpPr/>
          <p:nvPr/>
        </p:nvSpPr>
        <p:spPr>
          <a:xfrm>
            <a:off x="3661467" y="1516428"/>
            <a:ext cx="373500" cy="1867200"/>
          </a:xfrm>
          <a:prstGeom prst="rect">
            <a:avLst/>
          </a:prstGeom>
          <a:solidFill>
            <a:srgbClr val="00B0F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700"/>
              <a:buFont typeface="Arial" panose="020B0604020202020204"/>
              <a:buNone/>
            </a:pPr>
            <a:endParaRPr lang="fr-FR" sz="1700" b="0" i="0" u="none" strike="noStrike" cap="none" noProof="0"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50" name="Google Shape;150;g3aabd3d1b2d_0_149"/>
          <p:cNvSpPr/>
          <p:nvPr/>
        </p:nvSpPr>
        <p:spPr>
          <a:xfrm>
            <a:off x="3659879" y="1516428"/>
            <a:ext cx="373500" cy="1867200"/>
          </a:xfrm>
          <a:prstGeom prst="rect">
            <a:avLst/>
          </a:prstGeom>
          <a:solidFill>
            <a:srgbClr val="1155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700"/>
              <a:buFont typeface="Arial" panose="020B0604020202020204"/>
              <a:buNone/>
            </a:pPr>
            <a:endParaRPr lang="fr-FR" sz="1700" b="0" i="0" u="none" strike="noStrike" cap="none" noProof="0"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51" name="Google Shape;151;g3aabd3d1b2d_0_149"/>
          <p:cNvSpPr txBox="1"/>
          <p:nvPr/>
        </p:nvSpPr>
        <p:spPr>
          <a:xfrm>
            <a:off x="4717875" y="6162200"/>
            <a:ext cx="4525200" cy="3987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3200"/>
              <a:buFont typeface="Arial" panose="020B0604020202020204"/>
              <a:buNone/>
            </a:pPr>
            <a:r>
              <a:rPr lang="fr-FR" sz="2000" b="1" noProof="0" dirty="0">
                <a:solidFill>
                  <a:srgbClr val="1155CC"/>
                </a:solidFill>
                <a:latin typeface="Times New Roman" panose="02020603050405020304"/>
                <a:ea typeface="Times New Roman" panose="02020603050405020304"/>
                <a:cs typeface="Times New Roman" panose="02020603050405020304"/>
                <a:sym typeface="Times New Roman" panose="02020603050405020304"/>
              </a:rPr>
              <a:t>Décembre 2025</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g3aabd3d1b2d_0_156"/>
          <p:cNvSpPr txBox="1"/>
          <p:nvPr/>
        </p:nvSpPr>
        <p:spPr>
          <a:xfrm>
            <a:off x="458592" y="317941"/>
            <a:ext cx="11274900" cy="7317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500"/>
              <a:buFont typeface="Arial" panose="020B0604020202020204"/>
              <a:buNone/>
            </a:pPr>
            <a:r>
              <a:rPr lang="fr-FR" sz="2700" b="1" i="0" u="none" strike="noStrike" cap="none" noProof="0" dirty="0">
                <a:solidFill>
                  <a:srgbClr val="1155CC"/>
                </a:solidFill>
                <a:latin typeface="Times New Roman" panose="02020603050405020304"/>
                <a:ea typeface="Times New Roman" panose="02020603050405020304"/>
                <a:cs typeface="Times New Roman" panose="02020603050405020304"/>
                <a:sym typeface="Times New Roman" panose="02020603050405020304"/>
              </a:rPr>
              <a:t>Agenda</a:t>
            </a:r>
            <a:endParaRPr lang="fr-FR" sz="2700" b="0" i="0" u="none" strike="noStrike" cap="none" noProof="0" dirty="0">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57" name="Google Shape;157;g3aabd3d1b2d_0_156"/>
          <p:cNvSpPr/>
          <p:nvPr/>
        </p:nvSpPr>
        <p:spPr>
          <a:xfrm>
            <a:off x="0" y="272241"/>
            <a:ext cx="235500" cy="655200"/>
          </a:xfrm>
          <a:prstGeom prst="rect">
            <a:avLst/>
          </a:prstGeom>
          <a:solidFill>
            <a:srgbClr val="1155CC"/>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900"/>
              <a:buFont typeface="Arial" panose="020B0604020202020204"/>
              <a:buNone/>
            </a:pPr>
            <a:endParaRPr lang="fr-FR" sz="1900" b="0" i="0" u="none" strike="noStrike" cap="none" noProof="0" dirty="0">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58" name="Google Shape;158;g3aabd3d1b2d_0_156"/>
          <p:cNvSpPr txBox="1"/>
          <p:nvPr/>
        </p:nvSpPr>
        <p:spPr>
          <a:xfrm>
            <a:off x="267700" y="6492843"/>
            <a:ext cx="11414700" cy="184800"/>
          </a:xfrm>
          <a:prstGeom prst="rect">
            <a:avLst/>
          </a:prstGeom>
          <a:noFill/>
          <a:ln>
            <a:noFill/>
          </a:ln>
        </p:spPr>
        <p:txBody>
          <a:bodyPr spcFirstLastPara="1" wrap="square" lIns="0" tIns="0" rIns="121900" bIns="0" anchor="t" anchorCtr="0">
            <a:spAutoFit/>
          </a:bodyPr>
          <a:lstStyle/>
          <a:p>
            <a:pPr marL="0" marR="0" lvl="0" indent="0" algn="l" rtl="0">
              <a:lnSpc>
                <a:spcPct val="100000"/>
              </a:lnSpc>
              <a:spcBef>
                <a:spcPts val="0"/>
              </a:spcBef>
              <a:spcAft>
                <a:spcPts val="0"/>
              </a:spcAft>
              <a:buClr>
                <a:srgbClr val="000000"/>
              </a:buClr>
              <a:buSzPts val="1200"/>
              <a:buFont typeface="Arial" panose="020B0604020202020204"/>
              <a:buNone/>
            </a:pPr>
            <a:endParaRPr lang="fr-FR" sz="1200" b="1" i="0" u="none" strike="noStrike" cap="none" noProof="0" dirty="0">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59" name="Google Shape;159;g3aabd3d1b2d_0_156"/>
          <p:cNvSpPr txBox="1"/>
          <p:nvPr/>
        </p:nvSpPr>
        <p:spPr>
          <a:xfrm>
            <a:off x="11658600" y="6496067"/>
            <a:ext cx="228300" cy="1659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fr-FR" sz="1200" b="0" i="0" u="none" strike="noStrike" cap="none" noProof="0" smtClean="0">
                <a:solidFill>
                  <a:srgbClr val="1155CC"/>
                </a:solidFill>
                <a:latin typeface="Arial" panose="020B0604020202020204"/>
                <a:ea typeface="Arial" panose="020B0604020202020204"/>
                <a:cs typeface="Arial" panose="020B0604020202020204"/>
                <a:sym typeface="Arial" panose="020B0604020202020204"/>
              </a:rPr>
              <a:t>2</a:t>
            </a:fld>
            <a:endParaRPr lang="fr-FR" sz="1200" b="0" i="0" u="none" strike="noStrike" cap="none" noProof="0" dirty="0">
              <a:solidFill>
                <a:srgbClr val="1155CC"/>
              </a:solidFill>
              <a:latin typeface="Arial" panose="020B0604020202020204"/>
              <a:ea typeface="Arial" panose="020B0604020202020204"/>
              <a:cs typeface="Arial" panose="020B0604020202020204"/>
              <a:sym typeface="Arial" panose="020B0604020202020204"/>
            </a:endParaRPr>
          </a:p>
        </p:txBody>
      </p:sp>
      <p:sp>
        <p:nvSpPr>
          <p:cNvPr id="160" name="Google Shape;160;g3aabd3d1b2d_0_156"/>
          <p:cNvSpPr txBox="1"/>
          <p:nvPr/>
        </p:nvSpPr>
        <p:spPr>
          <a:xfrm>
            <a:off x="566533" y="1187280"/>
            <a:ext cx="10714500" cy="3998490"/>
          </a:xfrm>
          <a:prstGeom prst="rect">
            <a:avLst/>
          </a:prstGeom>
          <a:noFill/>
          <a:ln>
            <a:noFill/>
          </a:ln>
        </p:spPr>
        <p:txBody>
          <a:bodyPr spcFirstLastPara="1" wrap="square" lIns="121900" tIns="121900" rIns="121900" bIns="121900" anchor="t" anchorCtr="0">
            <a:spAutoFit/>
          </a:bodyPr>
          <a:lstStyle/>
          <a:p>
            <a:pPr marL="609600" marR="0" lvl="0" indent="-476250" algn="l" rtl="0">
              <a:lnSpc>
                <a:spcPct val="100000"/>
              </a:lnSpc>
              <a:spcBef>
                <a:spcPts val="1300"/>
              </a:spcBef>
              <a:spcAft>
                <a:spcPts val="0"/>
              </a:spcAft>
              <a:buClr>
                <a:schemeClr val="dk1"/>
              </a:buClr>
              <a:buSzPts val="2700"/>
              <a:buFont typeface="Times New Roman" panose="02020603050405020304"/>
              <a:buAutoNum type="arabicPeriod"/>
            </a:pPr>
            <a:r>
              <a:rPr lang="fr-FR" sz="2400" noProof="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Présentation de l’organisation</a:t>
            </a:r>
          </a:p>
          <a:p>
            <a:pPr marL="609600" marR="0" lvl="0" indent="-476250" algn="l" rtl="0">
              <a:lnSpc>
                <a:spcPct val="100000"/>
              </a:lnSpc>
              <a:spcBef>
                <a:spcPts val="1300"/>
              </a:spcBef>
              <a:spcAft>
                <a:spcPts val="0"/>
              </a:spcAft>
              <a:buClr>
                <a:schemeClr val="dk1"/>
              </a:buClr>
              <a:buSzPts val="2700"/>
              <a:buFont typeface="Times New Roman" panose="02020603050405020304"/>
              <a:buAutoNum type="arabicPeriod"/>
            </a:pPr>
            <a:r>
              <a:rPr lang="fr-FR" sz="2400" noProof="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Axe d’appui au PEV</a:t>
            </a:r>
          </a:p>
          <a:p>
            <a:pPr marL="609600" marR="0" lvl="0" indent="-476250" algn="l" rtl="0">
              <a:lnSpc>
                <a:spcPct val="100000"/>
              </a:lnSpc>
              <a:spcBef>
                <a:spcPts val="1300"/>
              </a:spcBef>
              <a:spcAft>
                <a:spcPts val="0"/>
              </a:spcAft>
              <a:buClr>
                <a:schemeClr val="dk1"/>
              </a:buClr>
              <a:buSzPts val="2700"/>
              <a:buFont typeface="Times New Roman" panose="02020603050405020304"/>
              <a:buAutoNum type="arabicPeriod"/>
            </a:pPr>
            <a:r>
              <a:rPr lang="fr-FR" sz="2400" noProof="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Redevabilité financière</a:t>
            </a:r>
          </a:p>
          <a:p>
            <a:pPr marL="609600" marR="0" lvl="0" indent="-476250" algn="l" rtl="0">
              <a:lnSpc>
                <a:spcPct val="100000"/>
              </a:lnSpc>
              <a:spcBef>
                <a:spcPts val="1300"/>
              </a:spcBef>
              <a:spcAft>
                <a:spcPts val="0"/>
              </a:spcAft>
              <a:buClr>
                <a:schemeClr val="dk1"/>
              </a:buClr>
              <a:buSzPts val="2700"/>
              <a:buFont typeface="Times New Roman" panose="02020603050405020304"/>
              <a:buAutoNum type="arabicPeriod"/>
            </a:pPr>
            <a:r>
              <a:rPr lang="fr-FR" sz="2400" noProof="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Réalisations majeures de l’année</a:t>
            </a:r>
          </a:p>
          <a:p>
            <a:pPr marL="609600" marR="0" lvl="0" indent="-476250" algn="l" rtl="0">
              <a:lnSpc>
                <a:spcPct val="100000"/>
              </a:lnSpc>
              <a:spcBef>
                <a:spcPts val="1300"/>
              </a:spcBef>
              <a:spcAft>
                <a:spcPts val="0"/>
              </a:spcAft>
              <a:buClr>
                <a:schemeClr val="dk1"/>
              </a:buClr>
              <a:buSzPts val="2700"/>
              <a:buFont typeface="Times New Roman" panose="02020603050405020304"/>
              <a:buAutoNum type="arabicPeriod"/>
            </a:pPr>
            <a:r>
              <a:rPr lang="fr-FR" sz="2400" noProof="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Défis rencontrés</a:t>
            </a:r>
          </a:p>
          <a:p>
            <a:pPr marL="609600" marR="0" lvl="0" indent="-476250" algn="l" rtl="0">
              <a:lnSpc>
                <a:spcPct val="100000"/>
              </a:lnSpc>
              <a:spcBef>
                <a:spcPts val="1300"/>
              </a:spcBef>
              <a:spcAft>
                <a:spcPts val="0"/>
              </a:spcAft>
              <a:buClr>
                <a:schemeClr val="dk1"/>
              </a:buClr>
              <a:buSzPts val="2700"/>
              <a:buFont typeface="Times New Roman" panose="02020603050405020304"/>
              <a:buAutoNum type="arabicPeriod"/>
            </a:pPr>
            <a:r>
              <a:rPr lang="fr-FR" sz="2400" noProof="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Solutions apportées et leçons apprises</a:t>
            </a:r>
          </a:p>
          <a:p>
            <a:pPr marL="609600" marR="0" lvl="0" indent="-476250" algn="l" rtl="0">
              <a:lnSpc>
                <a:spcPct val="100000"/>
              </a:lnSpc>
              <a:spcBef>
                <a:spcPts val="1300"/>
              </a:spcBef>
              <a:spcAft>
                <a:spcPts val="0"/>
              </a:spcAft>
              <a:buClr>
                <a:schemeClr val="dk1"/>
              </a:buClr>
              <a:buSzPts val="2700"/>
              <a:buFont typeface="Times New Roman" panose="02020603050405020304"/>
              <a:buAutoNum type="arabicPeriod"/>
            </a:pPr>
            <a:r>
              <a:rPr lang="fr-FR" sz="2400" noProof="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Priorités et engagement pour 2026</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g3aabd3d1b2d_0_290"/>
          <p:cNvSpPr txBox="1"/>
          <p:nvPr/>
        </p:nvSpPr>
        <p:spPr>
          <a:xfrm>
            <a:off x="458592" y="317941"/>
            <a:ext cx="11274900" cy="7317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500"/>
              <a:buFont typeface="Arial" panose="020B0604020202020204"/>
              <a:buNone/>
            </a:pPr>
            <a:r>
              <a:rPr lang="fr-FR" sz="2700" b="0" i="0" u="none" strike="noStrike" cap="none" noProof="0" dirty="0">
                <a:solidFill>
                  <a:srgbClr val="1155CC"/>
                </a:solidFill>
                <a:latin typeface="Times New Roman" panose="02020603050405020304"/>
                <a:ea typeface="Times New Roman" panose="02020603050405020304"/>
                <a:cs typeface="Times New Roman" panose="02020603050405020304"/>
                <a:sym typeface="Times New Roman" panose="02020603050405020304"/>
              </a:rPr>
              <a:t>Présentation de l’organisation</a:t>
            </a:r>
            <a:r>
              <a:rPr lang="fr-FR" sz="2700" noProof="0" dirty="0">
                <a:solidFill>
                  <a:srgbClr val="1155CC"/>
                </a:solidFill>
                <a:latin typeface="Times New Roman" panose="02020603050405020304"/>
                <a:ea typeface="Times New Roman" panose="02020603050405020304"/>
                <a:cs typeface="Times New Roman" panose="02020603050405020304"/>
                <a:sym typeface="Times New Roman" panose="02020603050405020304"/>
              </a:rPr>
              <a:t> (1)</a:t>
            </a:r>
            <a:endParaRPr lang="fr-FR" sz="2700" b="0" i="0" u="none" strike="noStrike" cap="none" noProof="0" dirty="0">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7" name="Google Shape;177;g3aabd3d1b2d_0_290"/>
          <p:cNvSpPr/>
          <p:nvPr/>
        </p:nvSpPr>
        <p:spPr>
          <a:xfrm>
            <a:off x="0" y="272241"/>
            <a:ext cx="235500" cy="655200"/>
          </a:xfrm>
          <a:prstGeom prst="rect">
            <a:avLst/>
          </a:prstGeom>
          <a:solidFill>
            <a:srgbClr val="1155CC"/>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900"/>
              <a:buFont typeface="Arial" panose="020B0604020202020204"/>
              <a:buNone/>
            </a:pPr>
            <a:endParaRPr sz="1900" b="0" i="0" u="none" strike="noStrike" cap="none">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8" name="Google Shape;178;g3aabd3d1b2d_0_290"/>
          <p:cNvSpPr txBox="1"/>
          <p:nvPr/>
        </p:nvSpPr>
        <p:spPr>
          <a:xfrm>
            <a:off x="267700" y="6492843"/>
            <a:ext cx="11414700" cy="184800"/>
          </a:xfrm>
          <a:prstGeom prst="rect">
            <a:avLst/>
          </a:prstGeom>
          <a:noFill/>
          <a:ln>
            <a:noFill/>
          </a:ln>
        </p:spPr>
        <p:txBody>
          <a:bodyPr spcFirstLastPara="1" wrap="square" lIns="0" tIns="0" rIns="121900" bIns="0" anchor="t" anchorCtr="0">
            <a:spAutoFit/>
          </a:bodyPr>
          <a:lstStyle/>
          <a:p>
            <a:pPr marL="0" marR="0" lvl="0" indent="0" algn="l" rtl="0">
              <a:lnSpc>
                <a:spcPct val="100000"/>
              </a:lnSpc>
              <a:spcBef>
                <a:spcPts val="0"/>
              </a:spcBef>
              <a:spcAft>
                <a:spcPts val="0"/>
              </a:spcAft>
              <a:buClr>
                <a:srgbClr val="000000"/>
              </a:buClr>
              <a:buSzPts val="1200"/>
              <a:buFont typeface="Arial" panose="020B0604020202020204"/>
              <a:buNone/>
            </a:pPr>
            <a:endParaRPr sz="1200" b="1"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9" name="Google Shape;179;g3aabd3d1b2d_0_290"/>
          <p:cNvSpPr txBox="1"/>
          <p:nvPr/>
        </p:nvSpPr>
        <p:spPr>
          <a:xfrm>
            <a:off x="11658600" y="6496067"/>
            <a:ext cx="228300" cy="1659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strike="noStrike" cap="none">
                <a:solidFill>
                  <a:srgbClr val="1155CC"/>
                </a:solidFill>
                <a:latin typeface="Arial" panose="020B0604020202020204"/>
                <a:ea typeface="Arial" panose="020B0604020202020204"/>
                <a:cs typeface="Arial" panose="020B0604020202020204"/>
                <a:sym typeface="Arial" panose="020B0604020202020204"/>
              </a:rPr>
              <a:t>3</a:t>
            </a:fld>
            <a:endParaRPr sz="1200" b="0" i="0" u="none" strike="noStrike" cap="none">
              <a:solidFill>
                <a:srgbClr val="1155CC"/>
              </a:solidFill>
              <a:latin typeface="Arial" panose="020B0604020202020204"/>
              <a:ea typeface="Arial" panose="020B0604020202020204"/>
              <a:cs typeface="Arial" panose="020B0604020202020204"/>
              <a:sym typeface="Arial" panose="020B0604020202020204"/>
            </a:endParaRPr>
          </a:p>
        </p:txBody>
      </p:sp>
      <p:cxnSp>
        <p:nvCxnSpPr>
          <p:cNvPr id="180" name="Google Shape;180;g3aabd3d1b2d_0_290"/>
          <p:cNvCxnSpPr/>
          <p:nvPr/>
        </p:nvCxnSpPr>
        <p:spPr>
          <a:xfrm>
            <a:off x="267700" y="6427967"/>
            <a:ext cx="11640300" cy="0"/>
          </a:xfrm>
          <a:prstGeom prst="straightConnector1">
            <a:avLst/>
          </a:prstGeom>
          <a:noFill/>
          <a:ln w="12700" cap="flat" cmpd="sng">
            <a:solidFill>
              <a:srgbClr val="9E9E9E"/>
            </a:solidFill>
            <a:prstDash val="solid"/>
            <a:round/>
            <a:headEnd type="none" w="sm" len="sm"/>
            <a:tailEnd type="none" w="sm" len="sm"/>
          </a:ln>
        </p:spPr>
      </p:cxnSp>
      <p:sp>
        <p:nvSpPr>
          <p:cNvPr id="2" name="Zone de texte 1"/>
          <p:cNvSpPr txBox="1"/>
          <p:nvPr/>
        </p:nvSpPr>
        <p:spPr>
          <a:xfrm>
            <a:off x="758825" y="1296000"/>
            <a:ext cx="11128075" cy="4927598"/>
          </a:xfrm>
          <a:prstGeom prst="rect">
            <a:avLst/>
          </a:prstGeom>
          <a:noFill/>
        </p:spPr>
        <p:txBody>
          <a:bodyPr wrap="square" rtlCol="0">
            <a:noAutofit/>
          </a:bodyPr>
          <a:lstStyle/>
          <a:p>
            <a:pPr marL="285750" indent="-285750">
              <a:buFont typeface="Arial" panose="020B0604020202020204" pitchFamily="34" charset="0"/>
              <a:buChar char="•"/>
            </a:pPr>
            <a:r>
              <a:rPr lang="fr-FR" sz="2800" noProof="0" dirty="0"/>
              <a:t>Année création de l’organisation : 1946</a:t>
            </a:r>
          </a:p>
          <a:p>
            <a:pPr marL="285750" indent="-285750">
              <a:buFont typeface="Arial" panose="020B0604020202020204" pitchFamily="34" charset="0"/>
              <a:buChar char="•"/>
            </a:pPr>
            <a:r>
              <a:rPr lang="fr-FR" sz="2800" noProof="0" dirty="0"/>
              <a:t>Mandat : Protéger la santé publique en surveillant, contrôlant et prévenant les maladies, et en promouvant la santé et la sécurité aux États-Unis et à l'échelle mondiale</a:t>
            </a:r>
          </a:p>
          <a:p>
            <a:pPr marL="285750" indent="-285750">
              <a:buFont typeface="Arial" panose="020B0604020202020204" pitchFamily="34" charset="0"/>
              <a:buChar char="•"/>
            </a:pPr>
            <a:r>
              <a:rPr lang="fr-FR" sz="2800" noProof="0" dirty="0"/>
              <a:t>Mission : Protéger les États-Unis contre les menaces pour la santé, la sûreté et la sécurité, tant étrangères que nationales, en contrôlant et en prévenant les maladies, et en promouvant des communautés et des comportements sains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75">
          <a:extLst>
            <a:ext uri="{FF2B5EF4-FFF2-40B4-BE49-F238E27FC236}">
              <a16:creationId xmlns:a16="http://schemas.microsoft.com/office/drawing/2014/main" id="{EE57697E-3494-4758-35CB-3543659A5E3E}"/>
            </a:ext>
          </a:extLst>
        </p:cNvPr>
        <p:cNvGrpSpPr/>
        <p:nvPr/>
      </p:nvGrpSpPr>
      <p:grpSpPr>
        <a:xfrm>
          <a:off x="0" y="0"/>
          <a:ext cx="0" cy="0"/>
          <a:chOff x="0" y="0"/>
          <a:chExt cx="0" cy="0"/>
        </a:xfrm>
      </p:grpSpPr>
      <p:sp>
        <p:nvSpPr>
          <p:cNvPr id="176" name="Google Shape;176;g3aabd3d1b2d_0_290">
            <a:extLst>
              <a:ext uri="{FF2B5EF4-FFF2-40B4-BE49-F238E27FC236}">
                <a16:creationId xmlns:a16="http://schemas.microsoft.com/office/drawing/2014/main" id="{BAD14F34-6704-95A7-5EE8-BA133C26CB9F}"/>
              </a:ext>
            </a:extLst>
          </p:cNvPr>
          <p:cNvSpPr txBox="1"/>
          <p:nvPr/>
        </p:nvSpPr>
        <p:spPr>
          <a:xfrm>
            <a:off x="458592" y="317941"/>
            <a:ext cx="11274900" cy="7317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500"/>
              <a:buFont typeface="Arial" panose="020B0604020202020204"/>
              <a:buNone/>
            </a:pPr>
            <a:r>
              <a:rPr lang="fr-FR" sz="2700" b="0" i="0" u="none" strike="noStrike" cap="none" noProof="0" dirty="0">
                <a:solidFill>
                  <a:srgbClr val="1155CC"/>
                </a:solidFill>
                <a:latin typeface="Times New Roman" panose="02020603050405020304"/>
                <a:ea typeface="Times New Roman" panose="02020603050405020304"/>
                <a:cs typeface="Times New Roman" panose="02020603050405020304"/>
                <a:sym typeface="Times New Roman" panose="02020603050405020304"/>
              </a:rPr>
              <a:t>Présentation de l’organisation (2)</a:t>
            </a:r>
          </a:p>
          <a:p>
            <a:pPr marL="0" marR="0" lvl="0" indent="0" algn="l" rtl="0">
              <a:lnSpc>
                <a:spcPct val="100000"/>
              </a:lnSpc>
              <a:spcBef>
                <a:spcPts val="0"/>
              </a:spcBef>
              <a:spcAft>
                <a:spcPts val="0"/>
              </a:spcAft>
              <a:buClr>
                <a:schemeClr val="dk1"/>
              </a:buClr>
              <a:buSzPts val="1500"/>
              <a:buFont typeface="Arial" panose="020B0604020202020204"/>
              <a:buNone/>
            </a:pPr>
            <a:endParaRPr lang="fr-FR" sz="2700" b="0" i="0" u="none" strike="noStrike" cap="none" noProof="0" dirty="0">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7" name="Google Shape;177;g3aabd3d1b2d_0_290">
            <a:extLst>
              <a:ext uri="{FF2B5EF4-FFF2-40B4-BE49-F238E27FC236}">
                <a16:creationId xmlns:a16="http://schemas.microsoft.com/office/drawing/2014/main" id="{3738C7BA-E913-8070-0EB3-001C16E023D7}"/>
              </a:ext>
            </a:extLst>
          </p:cNvPr>
          <p:cNvSpPr/>
          <p:nvPr/>
        </p:nvSpPr>
        <p:spPr>
          <a:xfrm>
            <a:off x="0" y="272241"/>
            <a:ext cx="235500" cy="655200"/>
          </a:xfrm>
          <a:prstGeom prst="rect">
            <a:avLst/>
          </a:prstGeom>
          <a:solidFill>
            <a:srgbClr val="1155CC"/>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900"/>
              <a:buFont typeface="Arial" panose="020B0604020202020204"/>
              <a:buNone/>
            </a:pPr>
            <a:endParaRPr sz="1900" b="0" i="0" u="none" strike="noStrike" cap="none">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8" name="Google Shape;178;g3aabd3d1b2d_0_290">
            <a:extLst>
              <a:ext uri="{FF2B5EF4-FFF2-40B4-BE49-F238E27FC236}">
                <a16:creationId xmlns:a16="http://schemas.microsoft.com/office/drawing/2014/main" id="{17E1DD87-DA9C-2D18-F224-5EB5800162A6}"/>
              </a:ext>
            </a:extLst>
          </p:cNvPr>
          <p:cNvSpPr txBox="1"/>
          <p:nvPr/>
        </p:nvSpPr>
        <p:spPr>
          <a:xfrm>
            <a:off x="267700" y="6492843"/>
            <a:ext cx="11414700" cy="184800"/>
          </a:xfrm>
          <a:prstGeom prst="rect">
            <a:avLst/>
          </a:prstGeom>
          <a:noFill/>
          <a:ln>
            <a:noFill/>
          </a:ln>
        </p:spPr>
        <p:txBody>
          <a:bodyPr spcFirstLastPara="1" wrap="square" lIns="0" tIns="0" rIns="121900" bIns="0" anchor="t" anchorCtr="0">
            <a:spAutoFit/>
          </a:bodyPr>
          <a:lstStyle/>
          <a:p>
            <a:pPr marL="0" marR="0" lvl="0" indent="0" algn="l" rtl="0">
              <a:lnSpc>
                <a:spcPct val="100000"/>
              </a:lnSpc>
              <a:spcBef>
                <a:spcPts val="0"/>
              </a:spcBef>
              <a:spcAft>
                <a:spcPts val="0"/>
              </a:spcAft>
              <a:buClr>
                <a:srgbClr val="000000"/>
              </a:buClr>
              <a:buSzPts val="1200"/>
              <a:buFont typeface="Arial" panose="020B0604020202020204"/>
              <a:buNone/>
            </a:pPr>
            <a:endParaRPr sz="1200" b="1"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9" name="Google Shape;179;g3aabd3d1b2d_0_290">
            <a:extLst>
              <a:ext uri="{FF2B5EF4-FFF2-40B4-BE49-F238E27FC236}">
                <a16:creationId xmlns:a16="http://schemas.microsoft.com/office/drawing/2014/main" id="{1C903839-A997-2986-4743-66E6B2AC9144}"/>
              </a:ext>
            </a:extLst>
          </p:cNvPr>
          <p:cNvSpPr txBox="1"/>
          <p:nvPr/>
        </p:nvSpPr>
        <p:spPr>
          <a:xfrm>
            <a:off x="11658600" y="6496067"/>
            <a:ext cx="228300" cy="1659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strike="noStrike" cap="none">
                <a:solidFill>
                  <a:srgbClr val="1155CC"/>
                </a:solidFill>
                <a:latin typeface="Arial" panose="020B0604020202020204"/>
                <a:ea typeface="Arial" panose="020B0604020202020204"/>
                <a:cs typeface="Arial" panose="020B0604020202020204"/>
                <a:sym typeface="Arial" panose="020B0604020202020204"/>
              </a:rPr>
              <a:t>4</a:t>
            </a:fld>
            <a:endParaRPr sz="1200" b="0" i="0" u="none" strike="noStrike" cap="none">
              <a:solidFill>
                <a:srgbClr val="1155CC"/>
              </a:solidFill>
              <a:latin typeface="Arial" panose="020B0604020202020204"/>
              <a:ea typeface="Arial" panose="020B0604020202020204"/>
              <a:cs typeface="Arial" panose="020B0604020202020204"/>
              <a:sym typeface="Arial" panose="020B0604020202020204"/>
            </a:endParaRPr>
          </a:p>
        </p:txBody>
      </p:sp>
      <p:cxnSp>
        <p:nvCxnSpPr>
          <p:cNvPr id="180" name="Google Shape;180;g3aabd3d1b2d_0_290">
            <a:extLst>
              <a:ext uri="{FF2B5EF4-FFF2-40B4-BE49-F238E27FC236}">
                <a16:creationId xmlns:a16="http://schemas.microsoft.com/office/drawing/2014/main" id="{678796F7-CA48-8085-C48F-D5AF65081308}"/>
              </a:ext>
            </a:extLst>
          </p:cNvPr>
          <p:cNvCxnSpPr/>
          <p:nvPr/>
        </p:nvCxnSpPr>
        <p:spPr>
          <a:xfrm>
            <a:off x="267700" y="6427967"/>
            <a:ext cx="11640300" cy="0"/>
          </a:xfrm>
          <a:prstGeom prst="straightConnector1">
            <a:avLst/>
          </a:prstGeom>
          <a:noFill/>
          <a:ln w="12700" cap="flat" cmpd="sng">
            <a:solidFill>
              <a:srgbClr val="9E9E9E"/>
            </a:solidFill>
            <a:prstDash val="solid"/>
            <a:round/>
            <a:headEnd type="none" w="sm" len="sm"/>
            <a:tailEnd type="none" w="sm" len="sm"/>
          </a:ln>
        </p:spPr>
      </p:cxnSp>
      <p:sp>
        <p:nvSpPr>
          <p:cNvPr id="2" name="Zone de texte 1">
            <a:extLst>
              <a:ext uri="{FF2B5EF4-FFF2-40B4-BE49-F238E27FC236}">
                <a16:creationId xmlns:a16="http://schemas.microsoft.com/office/drawing/2014/main" id="{1C4C03BC-815B-6C74-3CC9-72394CDB2440}"/>
              </a:ext>
            </a:extLst>
          </p:cNvPr>
          <p:cNvSpPr txBox="1"/>
          <p:nvPr/>
        </p:nvSpPr>
        <p:spPr>
          <a:xfrm>
            <a:off x="758825" y="1296000"/>
            <a:ext cx="11128075" cy="5331018"/>
          </a:xfrm>
          <a:prstGeom prst="rect">
            <a:avLst/>
          </a:prstGeom>
          <a:noFill/>
        </p:spPr>
        <p:txBody>
          <a:bodyPr wrap="square" rtlCol="0">
            <a:noAutofit/>
          </a:bodyPr>
          <a:lstStyle/>
          <a:p>
            <a:pPr marL="285750" indent="-285750">
              <a:buFont typeface="Arial" panose="020B0604020202020204" pitchFamily="34" charset="0"/>
              <a:buChar char="•"/>
            </a:pPr>
            <a:r>
              <a:rPr lang="fr-FR" sz="2800" noProof="0" dirty="0"/>
              <a:t>Nombre d’années présence en RDC : depuis 2002</a:t>
            </a:r>
          </a:p>
          <a:p>
            <a:pPr marL="285750" indent="-285750">
              <a:buFont typeface="Arial" panose="020B0604020202020204" pitchFamily="34" charset="0"/>
              <a:buChar char="•"/>
            </a:pPr>
            <a:r>
              <a:rPr lang="fr-FR" sz="2800" noProof="0" dirty="0"/>
              <a:t>Nombre d’années appui au PEV : depuis 2002</a:t>
            </a:r>
          </a:p>
          <a:p>
            <a:pPr marL="285750" indent="-285750">
              <a:buFont typeface="Arial" panose="020B0604020202020204" pitchFamily="34" charset="0"/>
              <a:buChar char="•"/>
            </a:pPr>
            <a:r>
              <a:rPr lang="fr-FR" sz="2800" noProof="0" dirty="0"/>
              <a:t>Zone d’intervention en RDC : toutes les DPS</a:t>
            </a:r>
          </a:p>
          <a:p>
            <a:pPr marL="742950" lvl="1" indent="-285750">
              <a:buFont typeface="Arial" panose="020B0604020202020204" pitchFamily="34" charset="0"/>
              <a:buChar char="•"/>
            </a:pPr>
            <a:r>
              <a:rPr lang="fr-FR" sz="2800" noProof="0" dirty="0"/>
              <a:t>Renforcement des capacités – FETP, PHEM, </a:t>
            </a:r>
            <a:r>
              <a:rPr lang="fr-FR" sz="2800" noProof="0" dirty="0" err="1"/>
              <a:t>ACoDD</a:t>
            </a:r>
            <a:r>
              <a:rPr lang="fr-FR" sz="2800" noProof="0" dirty="0"/>
              <a:t>, EIR, </a:t>
            </a:r>
            <a:r>
              <a:rPr lang="fr-FR" sz="2800" dirty="0"/>
              <a:t>STOP, </a:t>
            </a:r>
            <a:r>
              <a:rPr lang="fr-FR" sz="2800" noProof="0" dirty="0"/>
              <a:t>etc.</a:t>
            </a:r>
          </a:p>
          <a:p>
            <a:pPr marL="742950" lvl="1" indent="-285750">
              <a:buFont typeface="Arial" panose="020B0604020202020204" pitchFamily="34" charset="0"/>
              <a:buChar char="•"/>
            </a:pPr>
            <a:r>
              <a:rPr lang="fr-FR" sz="2800" noProof="0" dirty="0"/>
              <a:t>Vaccination – campagnes préventives, ripostes, renforcement de la routine, introduction des nouveaux vaccins</a:t>
            </a:r>
          </a:p>
          <a:p>
            <a:pPr marL="742950" lvl="1" indent="-285750">
              <a:buFont typeface="Arial" panose="020B0604020202020204" pitchFamily="34" charset="0"/>
              <a:buChar char="•"/>
            </a:pPr>
            <a:r>
              <a:rPr lang="fr-FR" sz="2800" noProof="0" dirty="0"/>
              <a:t>Urgences – INSP-COUSP, Ebola, </a:t>
            </a:r>
            <a:r>
              <a:rPr lang="fr-FR" sz="2800" noProof="0" dirty="0" err="1"/>
              <a:t>mpox</a:t>
            </a:r>
            <a:r>
              <a:rPr lang="fr-FR" sz="2800" noProof="0" dirty="0"/>
              <a:t> , cholera, polio, rougeole</a:t>
            </a:r>
          </a:p>
          <a:p>
            <a:pPr marL="742950" lvl="1" indent="-285750">
              <a:buFont typeface="Arial" panose="020B0604020202020204" pitchFamily="34" charset="0"/>
              <a:buChar char="•"/>
            </a:pPr>
            <a:r>
              <a:rPr lang="fr-FR" sz="2800" noProof="0" dirty="0"/>
              <a:t>Surveillance – rougeole / rubéole, polio, Ebola, </a:t>
            </a:r>
            <a:r>
              <a:rPr lang="fr-FR" sz="2800" noProof="0" dirty="0" err="1"/>
              <a:t>mpox</a:t>
            </a:r>
            <a:r>
              <a:rPr lang="fr-FR" sz="2800" noProof="0" dirty="0"/>
              <a:t>, cholera, grippe</a:t>
            </a:r>
          </a:p>
          <a:p>
            <a:pPr marL="742950" lvl="1" indent="-285750">
              <a:buFont typeface="Arial" panose="020B0604020202020204" pitchFamily="34" charset="0"/>
              <a:buChar char="•"/>
            </a:pPr>
            <a:r>
              <a:rPr lang="fr-FR" sz="2800" noProof="0" dirty="0"/>
              <a:t>Laboratoire – rougeole / rubéole, polio, Ebola, </a:t>
            </a:r>
            <a:r>
              <a:rPr lang="fr-FR" sz="2800" noProof="0" dirty="0" err="1"/>
              <a:t>mpox</a:t>
            </a:r>
            <a:r>
              <a:rPr lang="fr-FR" sz="2800" noProof="0" dirty="0"/>
              <a:t>, cholera, grippe</a:t>
            </a:r>
          </a:p>
          <a:p>
            <a:pPr marL="742950" lvl="1" indent="-285750">
              <a:buFont typeface="Arial" panose="020B0604020202020204" pitchFamily="34" charset="0"/>
              <a:buChar char="•"/>
            </a:pPr>
            <a:r>
              <a:rPr lang="fr-FR" sz="2800" noProof="0" dirty="0"/>
              <a:t>VIH/SIDA (Kinshasa, Haut Katanga, Lualaba): l'atteinte des Objectifs 95-95-95 (statut connu, traitement, charge virale supprimée)</a:t>
            </a:r>
          </a:p>
          <a:p>
            <a:pPr marL="285750" indent="-285750">
              <a:buFont typeface="Arial" panose="020B0604020202020204" pitchFamily="34" charset="0"/>
              <a:buChar char="•"/>
            </a:pPr>
            <a:endParaRPr lang="fr-FR" sz="2800" noProof="0" dirty="0"/>
          </a:p>
        </p:txBody>
      </p:sp>
    </p:spTree>
    <p:extLst>
      <p:ext uri="{BB962C8B-B14F-4D97-AF65-F5344CB8AC3E}">
        <p14:creationId xmlns:p14="http://schemas.microsoft.com/office/powerpoint/2010/main" val="2878724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g3aabd3d1b2d_0_290"/>
          <p:cNvSpPr txBox="1"/>
          <p:nvPr/>
        </p:nvSpPr>
        <p:spPr>
          <a:xfrm>
            <a:off x="458592" y="317941"/>
            <a:ext cx="11274900" cy="7317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500"/>
              <a:buFont typeface="Arial" panose="020B0604020202020204"/>
              <a:buNone/>
            </a:pPr>
            <a:r>
              <a:rPr lang="fr-FR" sz="2700"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rPr>
              <a:t>Cartographie Intervention et Présence sur terrain </a:t>
            </a:r>
          </a:p>
        </p:txBody>
      </p:sp>
      <p:sp>
        <p:nvSpPr>
          <p:cNvPr id="177" name="Google Shape;177;g3aabd3d1b2d_0_290"/>
          <p:cNvSpPr/>
          <p:nvPr/>
        </p:nvSpPr>
        <p:spPr>
          <a:xfrm>
            <a:off x="0" y="272241"/>
            <a:ext cx="235500" cy="655200"/>
          </a:xfrm>
          <a:prstGeom prst="rect">
            <a:avLst/>
          </a:prstGeom>
          <a:solidFill>
            <a:srgbClr val="1155CC"/>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900"/>
              <a:buFont typeface="Arial" panose="020B0604020202020204"/>
              <a:buNone/>
            </a:pPr>
            <a:endParaRPr sz="1900" b="0" i="0" u="none" strike="noStrike" cap="none">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8" name="Google Shape;178;g3aabd3d1b2d_0_290"/>
          <p:cNvSpPr txBox="1"/>
          <p:nvPr/>
        </p:nvSpPr>
        <p:spPr>
          <a:xfrm>
            <a:off x="267700" y="6492843"/>
            <a:ext cx="11414700" cy="184800"/>
          </a:xfrm>
          <a:prstGeom prst="rect">
            <a:avLst/>
          </a:prstGeom>
          <a:noFill/>
          <a:ln>
            <a:noFill/>
          </a:ln>
        </p:spPr>
        <p:txBody>
          <a:bodyPr spcFirstLastPara="1" wrap="square" lIns="0" tIns="0" rIns="121900" bIns="0" anchor="t" anchorCtr="0">
            <a:spAutoFit/>
          </a:bodyPr>
          <a:lstStyle/>
          <a:p>
            <a:pPr marL="0" marR="0" lvl="0" indent="0" algn="l" rtl="0">
              <a:lnSpc>
                <a:spcPct val="100000"/>
              </a:lnSpc>
              <a:spcBef>
                <a:spcPts val="0"/>
              </a:spcBef>
              <a:spcAft>
                <a:spcPts val="0"/>
              </a:spcAft>
              <a:buClr>
                <a:srgbClr val="000000"/>
              </a:buClr>
              <a:buSzPts val="1200"/>
              <a:buFont typeface="Arial" panose="020B0604020202020204"/>
              <a:buNone/>
            </a:pPr>
            <a:endParaRPr sz="1200" b="1"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9" name="Google Shape;179;g3aabd3d1b2d_0_290"/>
          <p:cNvSpPr txBox="1"/>
          <p:nvPr/>
        </p:nvSpPr>
        <p:spPr>
          <a:xfrm>
            <a:off x="11658600" y="6496067"/>
            <a:ext cx="228300" cy="1659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strike="noStrike" cap="none">
                <a:solidFill>
                  <a:srgbClr val="1155CC"/>
                </a:solidFill>
                <a:latin typeface="Arial" panose="020B0604020202020204"/>
                <a:ea typeface="Arial" panose="020B0604020202020204"/>
                <a:cs typeface="Arial" panose="020B0604020202020204"/>
                <a:sym typeface="Arial" panose="020B0604020202020204"/>
              </a:rPr>
              <a:t>5</a:t>
            </a:fld>
            <a:endParaRPr sz="1200" b="0" i="0" u="none" strike="noStrike" cap="none">
              <a:solidFill>
                <a:srgbClr val="1155CC"/>
              </a:solidFill>
              <a:latin typeface="Arial" panose="020B0604020202020204"/>
              <a:ea typeface="Arial" panose="020B0604020202020204"/>
              <a:cs typeface="Arial" panose="020B0604020202020204"/>
              <a:sym typeface="Arial" panose="020B0604020202020204"/>
            </a:endParaRPr>
          </a:p>
        </p:txBody>
      </p:sp>
      <p:cxnSp>
        <p:nvCxnSpPr>
          <p:cNvPr id="180" name="Google Shape;180;g3aabd3d1b2d_0_290"/>
          <p:cNvCxnSpPr/>
          <p:nvPr/>
        </p:nvCxnSpPr>
        <p:spPr>
          <a:xfrm>
            <a:off x="267700" y="6427967"/>
            <a:ext cx="11640300" cy="0"/>
          </a:xfrm>
          <a:prstGeom prst="straightConnector1">
            <a:avLst/>
          </a:prstGeom>
          <a:noFill/>
          <a:ln w="12700" cap="flat" cmpd="sng">
            <a:solidFill>
              <a:srgbClr val="9E9E9E"/>
            </a:solidFill>
            <a:prstDash val="solid"/>
            <a:round/>
            <a:headEnd type="none" w="sm" len="sm"/>
            <a:tailEnd type="none" w="sm" len="sm"/>
          </a:ln>
        </p:spPr>
      </p:cxnSp>
      <p:graphicFrame>
        <p:nvGraphicFramePr>
          <p:cNvPr id="2" name="Table 0"/>
          <p:cNvGraphicFramePr/>
          <p:nvPr>
            <p:custDataLst>
              <p:tags r:id="rId1"/>
            </p:custDataLst>
            <p:extLst>
              <p:ext uri="{D42A27DB-BD31-4B8C-83A1-F6EECF244321}">
                <p14:modId xmlns:p14="http://schemas.microsoft.com/office/powerpoint/2010/main" val="2288177689"/>
              </p:ext>
            </p:extLst>
          </p:nvPr>
        </p:nvGraphicFramePr>
        <p:xfrm>
          <a:off x="455295" y="1188084"/>
          <a:ext cx="11226800" cy="5387900"/>
        </p:xfrm>
        <a:graphic>
          <a:graphicData uri="http://schemas.openxmlformats.org/drawingml/2006/table">
            <a:tbl>
              <a:tblPr firstRow="1" bandRow="1">
                <a:tableStyleId>{5C22544A-7EE6-4342-B048-85BDC9FD1C3A}</a:tableStyleId>
              </a:tblPr>
              <a:tblGrid>
                <a:gridCol w="3425825">
                  <a:extLst>
                    <a:ext uri="{9D8B030D-6E8A-4147-A177-3AD203B41FA5}">
                      <a16:colId xmlns:a16="http://schemas.microsoft.com/office/drawing/2014/main" val="20000"/>
                    </a:ext>
                  </a:extLst>
                </a:gridCol>
                <a:gridCol w="3281680">
                  <a:extLst>
                    <a:ext uri="{9D8B030D-6E8A-4147-A177-3AD203B41FA5}">
                      <a16:colId xmlns:a16="http://schemas.microsoft.com/office/drawing/2014/main" val="20001"/>
                    </a:ext>
                  </a:extLst>
                </a:gridCol>
                <a:gridCol w="2956560">
                  <a:extLst>
                    <a:ext uri="{9D8B030D-6E8A-4147-A177-3AD203B41FA5}">
                      <a16:colId xmlns:a16="http://schemas.microsoft.com/office/drawing/2014/main" val="20002"/>
                    </a:ext>
                  </a:extLst>
                </a:gridCol>
                <a:gridCol w="1562735">
                  <a:extLst>
                    <a:ext uri="{9D8B030D-6E8A-4147-A177-3AD203B41FA5}">
                      <a16:colId xmlns:a16="http://schemas.microsoft.com/office/drawing/2014/main" val="20003"/>
                    </a:ext>
                  </a:extLst>
                </a:gridCol>
              </a:tblGrid>
              <a:tr h="885155">
                <a:tc>
                  <a:txBody>
                    <a:bodyPr/>
                    <a:lstStyle/>
                    <a:p>
                      <a:pPr>
                        <a:buNone/>
                      </a:pPr>
                      <a:r>
                        <a:rPr lang="fr-FR" altLang="en-US" sz="2000" dirty="0"/>
                        <a:t>Domaine d’intervention </a:t>
                      </a:r>
                    </a:p>
                  </a:txBody>
                  <a:tcPr/>
                </a:tc>
                <a:tc>
                  <a:txBody>
                    <a:bodyPr/>
                    <a:lstStyle/>
                    <a:p>
                      <a:pPr>
                        <a:buNone/>
                      </a:pPr>
                      <a:r>
                        <a:rPr lang="fr-FR" altLang="en-US" sz="2000"/>
                        <a:t>Interventions </a:t>
                      </a:r>
                    </a:p>
                  </a:txBody>
                  <a:tcPr/>
                </a:tc>
                <a:tc>
                  <a:txBody>
                    <a:bodyPr/>
                    <a:lstStyle/>
                    <a:p>
                      <a:pPr>
                        <a:buNone/>
                      </a:pPr>
                      <a:r>
                        <a:rPr lang="fr-FR" altLang="en-US" sz="2000"/>
                        <a:t>Zone d’intervention </a:t>
                      </a:r>
                    </a:p>
                  </a:txBody>
                  <a:tcPr/>
                </a:tc>
                <a:tc>
                  <a:txBody>
                    <a:bodyPr/>
                    <a:lstStyle/>
                    <a:p>
                      <a:pPr algn="ctr">
                        <a:buNone/>
                      </a:pPr>
                      <a:r>
                        <a:rPr lang="fr-FR" altLang="en-US" sz="2000" dirty="0"/>
                        <a:t>Nombre de consultants</a:t>
                      </a:r>
                    </a:p>
                  </a:txBody>
                  <a:tcPr/>
                </a:tc>
                <a:extLst>
                  <a:ext uri="{0D108BD9-81ED-4DB2-BD59-A6C34878D82A}">
                    <a16:rowId xmlns:a16="http://schemas.microsoft.com/office/drawing/2014/main" val="10000"/>
                  </a:ext>
                </a:extLst>
              </a:tr>
              <a:tr h="500305">
                <a:tc>
                  <a:txBody>
                    <a:bodyPr/>
                    <a:lstStyle/>
                    <a:p>
                      <a:pPr>
                        <a:buNone/>
                      </a:pPr>
                      <a:r>
                        <a:rPr lang="fr-FR" altLang="en-US" sz="2000" dirty="0"/>
                        <a:t>Renforcement des capacités</a:t>
                      </a:r>
                    </a:p>
                  </a:txBody>
                  <a:tcPr/>
                </a:tc>
                <a:tc>
                  <a:txBody>
                    <a:bodyPr/>
                    <a:lstStyle/>
                    <a:p>
                      <a:pPr>
                        <a:buNone/>
                      </a:pPr>
                      <a:r>
                        <a:rPr lang="fr-FR" altLang="en-US" sz="2000" dirty="0"/>
                        <a:t>FETP, surveillance, urgences</a:t>
                      </a:r>
                    </a:p>
                  </a:txBody>
                  <a:tcPr/>
                </a:tc>
                <a:tc>
                  <a:txBody>
                    <a:bodyPr/>
                    <a:lstStyle/>
                    <a:p>
                      <a:pPr>
                        <a:buNone/>
                      </a:pPr>
                      <a:r>
                        <a:rPr lang="fr-FR" altLang="en-US" sz="2000" dirty="0"/>
                        <a:t>Nationale</a:t>
                      </a:r>
                    </a:p>
                  </a:txBody>
                  <a:tcPr/>
                </a:tc>
                <a:tc>
                  <a:txBody>
                    <a:bodyPr/>
                    <a:lstStyle/>
                    <a:p>
                      <a:pPr algn="ctr">
                        <a:buNone/>
                      </a:pPr>
                      <a:endParaRPr lang="fr-FR" altLang="en-US" sz="2000" dirty="0"/>
                    </a:p>
                  </a:txBody>
                  <a:tcPr/>
                </a:tc>
                <a:extLst>
                  <a:ext uri="{0D108BD9-81ED-4DB2-BD59-A6C34878D82A}">
                    <a16:rowId xmlns:a16="http://schemas.microsoft.com/office/drawing/2014/main" val="10001"/>
                  </a:ext>
                </a:extLst>
              </a:tr>
              <a:tr h="500305">
                <a:tc>
                  <a:txBody>
                    <a:bodyPr/>
                    <a:lstStyle/>
                    <a:p>
                      <a:pPr>
                        <a:buNone/>
                      </a:pPr>
                      <a:endParaRPr lang="fr-FR" altLang="en-US" sz="2000" dirty="0"/>
                    </a:p>
                  </a:txBody>
                  <a:tcPr/>
                </a:tc>
                <a:tc>
                  <a:txBody>
                    <a:bodyPr/>
                    <a:lstStyle/>
                    <a:p>
                      <a:pPr>
                        <a:buNone/>
                      </a:pPr>
                      <a:r>
                        <a:rPr lang="fr-FR" altLang="en-US" sz="2000" dirty="0"/>
                        <a:t>STOP</a:t>
                      </a:r>
                    </a:p>
                  </a:txBody>
                  <a:tcPr/>
                </a:tc>
                <a:tc>
                  <a:txBody>
                    <a:bodyPr/>
                    <a:lstStyle/>
                    <a:p>
                      <a:pPr>
                        <a:buNone/>
                      </a:pPr>
                      <a:r>
                        <a:rPr lang="fr-FR" altLang="en-US" sz="2000" dirty="0"/>
                        <a:t>DPS et ZS</a:t>
                      </a:r>
                    </a:p>
                  </a:txBody>
                  <a:tcPr/>
                </a:tc>
                <a:tc>
                  <a:txBody>
                    <a:bodyPr/>
                    <a:lstStyle/>
                    <a:p>
                      <a:pPr algn="ctr">
                        <a:buNone/>
                      </a:pPr>
                      <a:r>
                        <a:rPr lang="fr-FR" altLang="en-US" sz="2000" dirty="0"/>
                        <a:t>5</a:t>
                      </a:r>
                    </a:p>
                  </a:txBody>
                  <a:tcPr/>
                </a:tc>
                <a:extLst>
                  <a:ext uri="{0D108BD9-81ED-4DB2-BD59-A6C34878D82A}">
                    <a16:rowId xmlns:a16="http://schemas.microsoft.com/office/drawing/2014/main" val="3700237958"/>
                  </a:ext>
                </a:extLst>
              </a:tr>
              <a:tr h="500305">
                <a:tc>
                  <a:txBody>
                    <a:bodyPr/>
                    <a:lstStyle/>
                    <a:p>
                      <a:pPr>
                        <a:buNone/>
                      </a:pPr>
                      <a:r>
                        <a:rPr lang="fr-FR" altLang="en-US" sz="2000" dirty="0"/>
                        <a:t>Vaccination</a:t>
                      </a:r>
                    </a:p>
                  </a:txBody>
                  <a:tcPr/>
                </a:tc>
                <a:tc>
                  <a:txBody>
                    <a:bodyPr/>
                    <a:lstStyle/>
                    <a:p>
                      <a:pPr>
                        <a:buNone/>
                      </a:pPr>
                      <a:r>
                        <a:rPr lang="fr-FR" altLang="en-US" sz="2000" dirty="0"/>
                        <a:t>GR/BCU 6 ZS Maniema</a:t>
                      </a:r>
                    </a:p>
                  </a:txBody>
                  <a:tcPr/>
                </a:tc>
                <a:tc>
                  <a:txBody>
                    <a:bodyPr/>
                    <a:lstStyle/>
                    <a:p>
                      <a:pPr>
                        <a:buNone/>
                      </a:pPr>
                      <a:r>
                        <a:rPr lang="fr-FR" altLang="en-US" sz="2000" dirty="0"/>
                        <a:t>DPS et ZS</a:t>
                      </a:r>
                    </a:p>
                  </a:txBody>
                  <a:tcPr/>
                </a:tc>
                <a:tc>
                  <a:txBody>
                    <a:bodyPr/>
                    <a:lstStyle/>
                    <a:p>
                      <a:pPr algn="ctr">
                        <a:buNone/>
                      </a:pPr>
                      <a:r>
                        <a:rPr lang="fr-FR" altLang="en-US" sz="2000" dirty="0"/>
                        <a:t>7</a:t>
                      </a:r>
                    </a:p>
                  </a:txBody>
                  <a:tcPr/>
                </a:tc>
                <a:extLst>
                  <a:ext uri="{0D108BD9-81ED-4DB2-BD59-A6C34878D82A}">
                    <a16:rowId xmlns:a16="http://schemas.microsoft.com/office/drawing/2014/main" val="2617992522"/>
                  </a:ext>
                </a:extLst>
              </a:tr>
              <a:tr h="500305">
                <a:tc>
                  <a:txBody>
                    <a:bodyPr/>
                    <a:lstStyle/>
                    <a:p>
                      <a:pPr>
                        <a:buNone/>
                      </a:pPr>
                      <a:endParaRPr lang="fr-FR" altLang="en-US" sz="2000" dirty="0"/>
                    </a:p>
                  </a:txBody>
                  <a:tcPr/>
                </a:tc>
                <a:tc>
                  <a:txBody>
                    <a:bodyPr/>
                    <a:lstStyle/>
                    <a:p>
                      <a:pPr>
                        <a:buNone/>
                      </a:pPr>
                      <a:r>
                        <a:rPr lang="fr-FR" altLang="en-US" sz="2000" dirty="0"/>
                        <a:t>Campagnes polio, RR, Routine</a:t>
                      </a:r>
                    </a:p>
                  </a:txBody>
                  <a:tcPr/>
                </a:tc>
                <a:tc>
                  <a:txBody>
                    <a:bodyPr/>
                    <a:lstStyle/>
                    <a:p>
                      <a:pPr>
                        <a:buNone/>
                      </a:pPr>
                      <a:r>
                        <a:rPr lang="fr-FR" altLang="en-US" sz="2000" dirty="0"/>
                        <a:t>Selon les zones impliquées</a:t>
                      </a:r>
                    </a:p>
                  </a:txBody>
                  <a:tcPr/>
                </a:tc>
                <a:tc>
                  <a:txBody>
                    <a:bodyPr/>
                    <a:lstStyle/>
                    <a:p>
                      <a:pPr algn="ctr">
                        <a:buNone/>
                      </a:pPr>
                      <a:r>
                        <a:rPr lang="fr-FR" altLang="en-US" sz="2000" dirty="0"/>
                        <a:t>40</a:t>
                      </a:r>
                    </a:p>
                  </a:txBody>
                  <a:tcPr/>
                </a:tc>
                <a:extLst>
                  <a:ext uri="{0D108BD9-81ED-4DB2-BD59-A6C34878D82A}">
                    <a16:rowId xmlns:a16="http://schemas.microsoft.com/office/drawing/2014/main" val="10002"/>
                  </a:ext>
                </a:extLst>
              </a:tr>
              <a:tr h="500305">
                <a:tc>
                  <a:txBody>
                    <a:bodyPr/>
                    <a:lstStyle/>
                    <a:p>
                      <a:pPr>
                        <a:buNone/>
                      </a:pPr>
                      <a:endParaRPr lang="fr-FR" altLang="en-US" sz="2000" dirty="0"/>
                    </a:p>
                  </a:txBody>
                  <a:tcPr/>
                </a:tc>
                <a:tc>
                  <a:txBody>
                    <a:bodyPr/>
                    <a:lstStyle/>
                    <a:p>
                      <a:pPr>
                        <a:buNone/>
                      </a:pPr>
                      <a:r>
                        <a:rPr lang="fr-FR" altLang="en-US" sz="2000" dirty="0"/>
                        <a:t>Projet VAR / IMA</a:t>
                      </a:r>
                    </a:p>
                  </a:txBody>
                  <a:tcPr/>
                </a:tc>
                <a:tc>
                  <a:txBody>
                    <a:bodyPr/>
                    <a:lstStyle/>
                    <a:p>
                      <a:pPr>
                        <a:buNone/>
                      </a:pPr>
                      <a:r>
                        <a:rPr lang="fr-FR" altLang="en-US" sz="2000" dirty="0"/>
                        <a:t>Kasaï</a:t>
                      </a:r>
                    </a:p>
                  </a:txBody>
                  <a:tcPr/>
                </a:tc>
                <a:tc>
                  <a:txBody>
                    <a:bodyPr/>
                    <a:lstStyle/>
                    <a:p>
                      <a:pPr algn="ctr">
                        <a:buNone/>
                      </a:pPr>
                      <a:r>
                        <a:rPr lang="fr-FR" altLang="en-US" sz="2000" dirty="0"/>
                        <a:t>1</a:t>
                      </a:r>
                    </a:p>
                  </a:txBody>
                  <a:tcPr/>
                </a:tc>
                <a:extLst>
                  <a:ext uri="{0D108BD9-81ED-4DB2-BD59-A6C34878D82A}">
                    <a16:rowId xmlns:a16="http://schemas.microsoft.com/office/drawing/2014/main" val="10003"/>
                  </a:ext>
                </a:extLst>
              </a:tr>
              <a:tr h="500305">
                <a:tc>
                  <a:txBody>
                    <a:bodyPr/>
                    <a:lstStyle/>
                    <a:p>
                      <a:pPr>
                        <a:buNone/>
                      </a:pPr>
                      <a:endParaRPr lang="fr-FR" altLang="en-US" sz="2000" dirty="0"/>
                    </a:p>
                  </a:txBody>
                  <a:tcPr/>
                </a:tc>
                <a:tc>
                  <a:txBody>
                    <a:bodyPr/>
                    <a:lstStyle/>
                    <a:p>
                      <a:pPr>
                        <a:buNone/>
                      </a:pPr>
                      <a:r>
                        <a:rPr lang="fr-FR" altLang="en-US" sz="2000" dirty="0"/>
                        <a:t>Appui technique général</a:t>
                      </a:r>
                    </a:p>
                  </a:txBody>
                  <a:tcPr/>
                </a:tc>
                <a:tc>
                  <a:txBody>
                    <a:bodyPr/>
                    <a:lstStyle/>
                    <a:p>
                      <a:pPr>
                        <a:buNone/>
                      </a:pPr>
                      <a:r>
                        <a:rPr lang="fr-FR" altLang="en-US" sz="2000" dirty="0"/>
                        <a:t>Nationale</a:t>
                      </a:r>
                    </a:p>
                  </a:txBody>
                  <a:tcPr/>
                </a:tc>
                <a:tc>
                  <a:txBody>
                    <a:bodyPr/>
                    <a:lstStyle/>
                    <a:p>
                      <a:pPr algn="ctr">
                        <a:buNone/>
                      </a:pPr>
                      <a:r>
                        <a:rPr lang="fr-FR" altLang="en-US" sz="2000" dirty="0"/>
                        <a:t>2</a:t>
                      </a:r>
                    </a:p>
                  </a:txBody>
                  <a:tcPr/>
                </a:tc>
                <a:extLst>
                  <a:ext uri="{0D108BD9-81ED-4DB2-BD59-A6C34878D82A}">
                    <a16:rowId xmlns:a16="http://schemas.microsoft.com/office/drawing/2014/main" val="2669893692"/>
                  </a:ext>
                </a:extLst>
              </a:tr>
              <a:tr h="500305">
                <a:tc>
                  <a:txBody>
                    <a:bodyPr/>
                    <a:lstStyle/>
                    <a:p>
                      <a:pPr>
                        <a:buNone/>
                      </a:pPr>
                      <a:r>
                        <a:rPr lang="fr-FR" altLang="en-US" sz="2000" dirty="0"/>
                        <a:t>Surveillance</a:t>
                      </a:r>
                    </a:p>
                  </a:txBody>
                  <a:tcPr/>
                </a:tc>
                <a:tc>
                  <a:txBody>
                    <a:bodyPr/>
                    <a:lstStyle/>
                    <a:p>
                      <a:pPr>
                        <a:buNone/>
                      </a:pPr>
                      <a:r>
                        <a:rPr lang="fr-FR" altLang="en-US" sz="2000" dirty="0"/>
                        <a:t>Visualisation des données</a:t>
                      </a:r>
                    </a:p>
                  </a:txBody>
                  <a:tcPr/>
                </a:tc>
                <a:tc>
                  <a:txBody>
                    <a:bodyPr/>
                    <a:lstStyle/>
                    <a:p>
                      <a:pPr>
                        <a:buNone/>
                      </a:pPr>
                      <a:r>
                        <a:rPr lang="fr-FR" altLang="en-US" sz="2000" dirty="0"/>
                        <a:t>Nationale</a:t>
                      </a:r>
                    </a:p>
                  </a:txBody>
                  <a:tcPr/>
                </a:tc>
                <a:tc>
                  <a:txBody>
                    <a:bodyPr/>
                    <a:lstStyle/>
                    <a:p>
                      <a:pPr algn="ctr">
                        <a:buNone/>
                      </a:pPr>
                      <a:r>
                        <a:rPr lang="fr-FR" altLang="en-US" sz="2000" dirty="0"/>
                        <a:t>1</a:t>
                      </a:r>
                    </a:p>
                  </a:txBody>
                  <a:tcPr/>
                </a:tc>
                <a:extLst>
                  <a:ext uri="{0D108BD9-81ED-4DB2-BD59-A6C34878D82A}">
                    <a16:rowId xmlns:a16="http://schemas.microsoft.com/office/drawing/2014/main" val="10004"/>
                  </a:ext>
                </a:extLst>
              </a:tr>
              <a:tr h="500305">
                <a:tc>
                  <a:txBody>
                    <a:bodyPr/>
                    <a:lstStyle/>
                    <a:p>
                      <a:pPr>
                        <a:buNone/>
                      </a:pPr>
                      <a:endParaRPr lang="fr-FR" altLang="en-US" sz="2000" dirty="0"/>
                    </a:p>
                  </a:txBody>
                  <a:tcPr/>
                </a:tc>
                <a:tc>
                  <a:txBody>
                    <a:bodyPr/>
                    <a:lstStyle/>
                    <a:p>
                      <a:pPr>
                        <a:buNone/>
                      </a:pPr>
                      <a:r>
                        <a:rPr lang="fr-FR" altLang="en-US" sz="2000" dirty="0"/>
                        <a:t>Investigation des épidémies</a:t>
                      </a:r>
                    </a:p>
                  </a:txBody>
                  <a:tcPr/>
                </a:tc>
                <a:tc>
                  <a:txBody>
                    <a:bodyPr/>
                    <a:lstStyle/>
                    <a:p>
                      <a:pPr>
                        <a:buNone/>
                      </a:pPr>
                      <a:r>
                        <a:rPr lang="fr-FR" altLang="en-US" sz="2000" dirty="0"/>
                        <a:t>Selon les zones touchées</a:t>
                      </a:r>
                    </a:p>
                  </a:txBody>
                  <a:tcPr/>
                </a:tc>
                <a:tc>
                  <a:txBody>
                    <a:bodyPr/>
                    <a:lstStyle/>
                    <a:p>
                      <a:pPr algn="ctr">
                        <a:buNone/>
                      </a:pPr>
                      <a:r>
                        <a:rPr lang="fr-FR" altLang="en-US" sz="2000" dirty="0"/>
                        <a:t>3</a:t>
                      </a:r>
                    </a:p>
                  </a:txBody>
                  <a:tcPr/>
                </a:tc>
                <a:extLst>
                  <a:ext uri="{0D108BD9-81ED-4DB2-BD59-A6C34878D82A}">
                    <a16:rowId xmlns:a16="http://schemas.microsoft.com/office/drawing/2014/main" val="10005"/>
                  </a:ext>
                </a:extLst>
              </a:tr>
              <a:tr h="500305">
                <a:tc>
                  <a:txBody>
                    <a:bodyPr/>
                    <a:lstStyle/>
                    <a:p>
                      <a:pPr>
                        <a:buNone/>
                      </a:pPr>
                      <a:endParaRPr lang="fr-FR" altLang="en-US" sz="2000"/>
                    </a:p>
                  </a:txBody>
                  <a:tcPr/>
                </a:tc>
                <a:tc>
                  <a:txBody>
                    <a:bodyPr/>
                    <a:lstStyle/>
                    <a:p>
                      <a:pPr>
                        <a:buNone/>
                      </a:pPr>
                      <a:r>
                        <a:rPr lang="fr-FR" altLang="en-US" sz="2000" dirty="0"/>
                        <a:t>Laboratoire</a:t>
                      </a:r>
                    </a:p>
                  </a:txBody>
                  <a:tcPr/>
                </a:tc>
                <a:tc>
                  <a:txBody>
                    <a:bodyPr/>
                    <a:lstStyle/>
                    <a:p>
                      <a:pPr>
                        <a:buNone/>
                      </a:pPr>
                      <a:r>
                        <a:rPr lang="fr-FR" altLang="en-US" sz="2000" dirty="0"/>
                        <a:t>Nationale</a:t>
                      </a:r>
                    </a:p>
                  </a:txBody>
                  <a:tcPr/>
                </a:tc>
                <a:tc>
                  <a:txBody>
                    <a:bodyPr/>
                    <a:lstStyle/>
                    <a:p>
                      <a:pPr algn="ctr">
                        <a:buNone/>
                      </a:pPr>
                      <a:r>
                        <a:rPr lang="fr-FR" altLang="en-US" sz="2000" dirty="0"/>
                        <a:t>0</a:t>
                      </a:r>
                    </a:p>
                  </a:txBody>
                  <a:tcPr/>
                </a:tc>
                <a:extLst>
                  <a:ext uri="{0D108BD9-81ED-4DB2-BD59-A6C34878D82A}">
                    <a16:rowId xmlns:a16="http://schemas.microsoft.com/office/drawing/2014/main" val="10006"/>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g3aabd3d1b2d_0_290"/>
          <p:cNvSpPr txBox="1"/>
          <p:nvPr/>
        </p:nvSpPr>
        <p:spPr>
          <a:xfrm>
            <a:off x="458592" y="317941"/>
            <a:ext cx="11274900" cy="7317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500"/>
              <a:buFont typeface="Arial" panose="020B0604020202020204"/>
              <a:buNone/>
            </a:pPr>
            <a:r>
              <a:rPr lang="fr-FR" sz="2700" b="0" i="0" u="none" strike="noStrike" cap="none" noProof="0">
                <a:solidFill>
                  <a:srgbClr val="1155CC"/>
                </a:solidFill>
                <a:latin typeface="Times New Roman" panose="02020603050405020304"/>
                <a:ea typeface="Times New Roman" panose="02020603050405020304"/>
                <a:cs typeface="Times New Roman" panose="02020603050405020304"/>
                <a:sym typeface="Times New Roman" panose="02020603050405020304"/>
              </a:rPr>
              <a:t>Réalisations majeures de l’année en lien avec les activités planifiées dans le PAO du PEV</a:t>
            </a:r>
          </a:p>
        </p:txBody>
      </p:sp>
      <p:sp>
        <p:nvSpPr>
          <p:cNvPr id="177" name="Google Shape;177;g3aabd3d1b2d_0_290"/>
          <p:cNvSpPr/>
          <p:nvPr/>
        </p:nvSpPr>
        <p:spPr>
          <a:xfrm>
            <a:off x="0" y="272241"/>
            <a:ext cx="235500" cy="655200"/>
          </a:xfrm>
          <a:prstGeom prst="rect">
            <a:avLst/>
          </a:prstGeom>
          <a:solidFill>
            <a:srgbClr val="1155CC"/>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900"/>
              <a:buFont typeface="Arial" panose="020B0604020202020204"/>
              <a:buNone/>
            </a:pPr>
            <a:endParaRPr sz="1900" b="0" i="0" u="none" strike="noStrike" cap="none">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8" name="Google Shape;178;g3aabd3d1b2d_0_290"/>
          <p:cNvSpPr txBox="1"/>
          <p:nvPr/>
        </p:nvSpPr>
        <p:spPr>
          <a:xfrm>
            <a:off x="267700" y="6492843"/>
            <a:ext cx="11414700" cy="184800"/>
          </a:xfrm>
          <a:prstGeom prst="rect">
            <a:avLst/>
          </a:prstGeom>
          <a:noFill/>
          <a:ln>
            <a:noFill/>
          </a:ln>
        </p:spPr>
        <p:txBody>
          <a:bodyPr spcFirstLastPara="1" wrap="square" lIns="0" tIns="0" rIns="121900" bIns="0" anchor="t" anchorCtr="0">
            <a:spAutoFit/>
          </a:bodyPr>
          <a:lstStyle/>
          <a:p>
            <a:pPr marL="0" marR="0" lvl="0" indent="0" algn="l" rtl="0">
              <a:lnSpc>
                <a:spcPct val="100000"/>
              </a:lnSpc>
              <a:spcBef>
                <a:spcPts val="0"/>
              </a:spcBef>
              <a:spcAft>
                <a:spcPts val="0"/>
              </a:spcAft>
              <a:buClr>
                <a:srgbClr val="000000"/>
              </a:buClr>
              <a:buSzPts val="1200"/>
              <a:buFont typeface="Arial" panose="020B0604020202020204"/>
              <a:buNone/>
            </a:pPr>
            <a:endParaRPr sz="1200" b="1"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9" name="Google Shape;179;g3aabd3d1b2d_0_290"/>
          <p:cNvSpPr txBox="1"/>
          <p:nvPr/>
        </p:nvSpPr>
        <p:spPr>
          <a:xfrm>
            <a:off x="11658600" y="6496067"/>
            <a:ext cx="228300" cy="1659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strike="noStrike" cap="none">
                <a:solidFill>
                  <a:srgbClr val="1155CC"/>
                </a:solidFill>
                <a:latin typeface="Arial" panose="020B0604020202020204"/>
                <a:ea typeface="Arial" panose="020B0604020202020204"/>
                <a:cs typeface="Arial" panose="020B0604020202020204"/>
                <a:sym typeface="Arial" panose="020B0604020202020204"/>
              </a:rPr>
              <a:t>6</a:t>
            </a:fld>
            <a:endParaRPr sz="1200" b="0" i="0" u="none" strike="noStrike" cap="none">
              <a:solidFill>
                <a:srgbClr val="1155CC"/>
              </a:solidFill>
              <a:latin typeface="Arial" panose="020B0604020202020204"/>
              <a:ea typeface="Arial" panose="020B0604020202020204"/>
              <a:cs typeface="Arial" panose="020B0604020202020204"/>
              <a:sym typeface="Arial" panose="020B0604020202020204"/>
            </a:endParaRPr>
          </a:p>
        </p:txBody>
      </p:sp>
      <p:cxnSp>
        <p:nvCxnSpPr>
          <p:cNvPr id="180" name="Google Shape;180;g3aabd3d1b2d_0_290"/>
          <p:cNvCxnSpPr/>
          <p:nvPr/>
        </p:nvCxnSpPr>
        <p:spPr>
          <a:xfrm>
            <a:off x="267700" y="6427967"/>
            <a:ext cx="11640300" cy="0"/>
          </a:xfrm>
          <a:prstGeom prst="straightConnector1">
            <a:avLst/>
          </a:prstGeom>
          <a:noFill/>
          <a:ln w="12700" cap="flat" cmpd="sng">
            <a:solidFill>
              <a:srgbClr val="9E9E9E"/>
            </a:solidFill>
            <a:prstDash val="solid"/>
            <a:round/>
            <a:headEnd type="none" w="sm" len="sm"/>
            <a:tailEnd type="none" w="sm" len="sm"/>
          </a:ln>
        </p:spPr>
      </p:cxnSp>
      <p:graphicFrame>
        <p:nvGraphicFramePr>
          <p:cNvPr id="2" name="Table 0"/>
          <p:cNvGraphicFramePr/>
          <p:nvPr>
            <p:custDataLst>
              <p:tags r:id="rId1"/>
            </p:custDataLst>
            <p:extLst>
              <p:ext uri="{D42A27DB-BD31-4B8C-83A1-F6EECF244321}">
                <p14:modId xmlns:p14="http://schemas.microsoft.com/office/powerpoint/2010/main" val="632768042"/>
              </p:ext>
            </p:extLst>
          </p:nvPr>
        </p:nvGraphicFramePr>
        <p:xfrm>
          <a:off x="456900" y="1178560"/>
          <a:ext cx="11105180" cy="4953635"/>
        </p:xfrm>
        <a:graphic>
          <a:graphicData uri="http://schemas.openxmlformats.org/drawingml/2006/table">
            <a:tbl>
              <a:tblPr firstRow="1" bandRow="1">
                <a:tableStyleId>{5C22544A-7EE6-4342-B048-85BDC9FD1C3A}</a:tableStyleId>
              </a:tblPr>
              <a:tblGrid>
                <a:gridCol w="7733384">
                  <a:extLst>
                    <a:ext uri="{9D8B030D-6E8A-4147-A177-3AD203B41FA5}">
                      <a16:colId xmlns:a16="http://schemas.microsoft.com/office/drawing/2014/main" val="20000"/>
                    </a:ext>
                  </a:extLst>
                </a:gridCol>
                <a:gridCol w="3371796">
                  <a:extLst>
                    <a:ext uri="{9D8B030D-6E8A-4147-A177-3AD203B41FA5}">
                      <a16:colId xmlns:a16="http://schemas.microsoft.com/office/drawing/2014/main" val="20001"/>
                    </a:ext>
                  </a:extLst>
                </a:gridCol>
              </a:tblGrid>
              <a:tr h="960755">
                <a:tc>
                  <a:txBody>
                    <a:bodyPr/>
                    <a:lstStyle/>
                    <a:p>
                      <a:pPr>
                        <a:buNone/>
                      </a:pPr>
                      <a:r>
                        <a:rPr lang="fr-FR" altLang="en-US" sz="2000" dirty="0"/>
                        <a:t>Activité prévue dans le PAO du PEV en 2025</a:t>
                      </a:r>
                    </a:p>
                  </a:txBody>
                  <a:tcPr/>
                </a:tc>
                <a:tc>
                  <a:txBody>
                    <a:bodyPr/>
                    <a:lstStyle/>
                    <a:p>
                      <a:pPr>
                        <a:buNone/>
                      </a:pPr>
                      <a:r>
                        <a:rPr lang="fr-FR" altLang="en-US" sz="2000" dirty="0"/>
                        <a:t>Partenaires de </a:t>
                      </a:r>
                      <a:r>
                        <a:rPr lang="fr-FR" altLang="en-US" sz="2000" dirty="0" err="1"/>
                        <a:t>MeO</a:t>
                      </a:r>
                      <a:endParaRPr lang="fr-FR" altLang="en-US" sz="2000" dirty="0"/>
                    </a:p>
                  </a:txBody>
                  <a:tcPr/>
                </a:tc>
                <a:extLst>
                  <a:ext uri="{0D108BD9-81ED-4DB2-BD59-A6C34878D82A}">
                    <a16:rowId xmlns:a16="http://schemas.microsoft.com/office/drawing/2014/main" val="10000"/>
                  </a:ext>
                </a:extLst>
              </a:tr>
              <a:tr h="39560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altLang="en-US" sz="2000" dirty="0"/>
                        <a:t>P2: Apporter un appui technique et financier aux antennes PEV à travers l'organisation des séances de vaccination / dans le Kasaï et le Maniema</a:t>
                      </a:r>
                    </a:p>
                  </a:txBody>
                  <a:tcPr/>
                </a:tc>
                <a:tc>
                  <a:txBody>
                    <a:bodyPr/>
                    <a:lstStyle/>
                    <a:p>
                      <a:pPr>
                        <a:buNone/>
                      </a:pPr>
                      <a:r>
                        <a:rPr lang="fr-FR" altLang="en-US" sz="2000" dirty="0"/>
                        <a:t>AFENET, IFRC, UNICEF (Man)</a:t>
                      </a:r>
                    </a:p>
                    <a:p>
                      <a:pPr>
                        <a:buNone/>
                      </a:pPr>
                      <a:r>
                        <a:rPr lang="fr-FR" altLang="en-US" sz="2000" dirty="0"/>
                        <a:t>IMA Global (Kasaï)</a:t>
                      </a:r>
                    </a:p>
                  </a:txBody>
                  <a:tcPr/>
                </a:tc>
                <a:extLst>
                  <a:ext uri="{0D108BD9-81ED-4DB2-BD59-A6C34878D82A}">
                    <a16:rowId xmlns:a16="http://schemas.microsoft.com/office/drawing/2014/main" val="10001"/>
                  </a:ext>
                </a:extLst>
              </a:tr>
              <a:tr h="39560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altLang="en-US" sz="2000" dirty="0"/>
                        <a:t>P4: Introduire les vaccins RR et VAP</a:t>
                      </a:r>
                    </a:p>
                  </a:txBody>
                  <a:tcPr/>
                </a:tc>
                <a:tc>
                  <a:txBody>
                    <a:bodyPr/>
                    <a:lstStyle/>
                    <a:p>
                      <a:pPr>
                        <a:buNone/>
                      </a:pPr>
                      <a:r>
                        <a:rPr lang="fr-FR" altLang="en-US" sz="2000" dirty="0"/>
                        <a:t>AFENET, TFGH, UNICEF</a:t>
                      </a:r>
                    </a:p>
                  </a:txBody>
                  <a:tcPr/>
                </a:tc>
                <a:extLst>
                  <a:ext uri="{0D108BD9-81ED-4DB2-BD59-A6C34878D82A}">
                    <a16:rowId xmlns:a16="http://schemas.microsoft.com/office/drawing/2014/main" val="10002"/>
                  </a:ext>
                </a:extLst>
              </a:tr>
              <a:tr h="394970">
                <a:tc>
                  <a:txBody>
                    <a:bodyPr/>
                    <a:lstStyle/>
                    <a:p>
                      <a:pPr>
                        <a:buNone/>
                      </a:pPr>
                      <a:r>
                        <a:rPr lang="fr-FR" altLang="en-US" sz="2000" dirty="0"/>
                        <a:t>AVS1: Organiser deux passages de JNV polio dans les 26 provinces</a:t>
                      </a:r>
                    </a:p>
                  </a:txBody>
                  <a:tcPr/>
                </a:tc>
                <a:tc>
                  <a:txBody>
                    <a:bodyPr/>
                    <a:lstStyle/>
                    <a:p>
                      <a:pPr>
                        <a:buNone/>
                      </a:pPr>
                      <a:r>
                        <a:rPr lang="fr-FR" altLang="en-US" sz="2000" dirty="0"/>
                        <a:t>AFENET, TFGH, UNICEF</a:t>
                      </a:r>
                    </a:p>
                  </a:txBody>
                  <a:tcPr/>
                </a:tc>
                <a:extLst>
                  <a:ext uri="{0D108BD9-81ED-4DB2-BD59-A6C34878D82A}">
                    <a16:rowId xmlns:a16="http://schemas.microsoft.com/office/drawing/2014/main" val="10003"/>
                  </a:ext>
                </a:extLst>
              </a:tr>
              <a:tr h="39560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altLang="en-US" sz="2000" dirty="0"/>
                        <a:t>AVS4: Organiser les ripostes à tout cas de poliovirus, Rougeole, FJ, TNN,MVE et autres épidémies ( Choléra, MPOX,….)</a:t>
                      </a:r>
                    </a:p>
                  </a:txBody>
                  <a:tcPr/>
                </a:tc>
                <a:tc>
                  <a:txBody>
                    <a:bodyPr/>
                    <a:lstStyle/>
                    <a:p>
                      <a:pPr>
                        <a:buNone/>
                      </a:pPr>
                      <a:r>
                        <a:rPr lang="fr-FR" altLang="en-US" sz="2000" dirty="0"/>
                        <a:t>AFENET, TFGH, UNICEF</a:t>
                      </a:r>
                    </a:p>
                  </a:txBody>
                  <a:tcPr/>
                </a:tc>
                <a:extLst>
                  <a:ext uri="{0D108BD9-81ED-4DB2-BD59-A6C34878D82A}">
                    <a16:rowId xmlns:a16="http://schemas.microsoft.com/office/drawing/2014/main" val="10004"/>
                  </a:ext>
                </a:extLst>
              </a:tr>
              <a:tr h="53276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altLang="en-US" sz="2000" dirty="0"/>
                        <a:t>AVS6: Organiser la campagne de rattrapage contre la rougeole et la Rubéole dans les provinces du Bloc 1</a:t>
                      </a:r>
                    </a:p>
                  </a:txBody>
                  <a:tcPr/>
                </a:tc>
                <a:tc>
                  <a:txBody>
                    <a:bodyPr/>
                    <a:lstStyle/>
                    <a:p>
                      <a:pPr>
                        <a:buNone/>
                      </a:pPr>
                      <a:r>
                        <a:rPr lang="fr-FR" altLang="en-US" sz="2000" dirty="0"/>
                        <a:t>AFENET, UNICEF</a:t>
                      </a:r>
                    </a:p>
                  </a:txBody>
                  <a:tcPr/>
                </a:tc>
                <a:extLst>
                  <a:ext uri="{0D108BD9-81ED-4DB2-BD59-A6C34878D82A}">
                    <a16:rowId xmlns:a16="http://schemas.microsoft.com/office/drawing/2014/main" val="10005"/>
                  </a:ext>
                </a:extLst>
              </a:tr>
              <a:tr h="395605">
                <a:tc>
                  <a:txBody>
                    <a:bodyPr/>
                    <a:lstStyle/>
                    <a:p>
                      <a:pPr>
                        <a:buNone/>
                      </a:pPr>
                      <a:r>
                        <a:rPr lang="fr-FR" altLang="en-US" sz="2000" dirty="0"/>
                        <a:t>S4: Renforcer la surveillance active des MPV et MAPI</a:t>
                      </a:r>
                    </a:p>
                  </a:txBody>
                  <a:tcPr/>
                </a:tc>
                <a:tc>
                  <a:txBody>
                    <a:bodyPr/>
                    <a:lstStyle/>
                    <a:p>
                      <a:pPr>
                        <a:buNone/>
                      </a:pPr>
                      <a:r>
                        <a:rPr lang="fr-FR" altLang="en-US" sz="2000" dirty="0"/>
                        <a:t>AFENET</a:t>
                      </a:r>
                    </a:p>
                  </a:txBody>
                  <a:tcPr/>
                </a:tc>
                <a:extLst>
                  <a:ext uri="{0D108BD9-81ED-4DB2-BD59-A6C34878D82A}">
                    <a16:rowId xmlns:a16="http://schemas.microsoft.com/office/drawing/2014/main" val="10006"/>
                  </a:ext>
                </a:extLst>
              </a:tr>
              <a:tr h="395605">
                <a:tc>
                  <a:txBody>
                    <a:bodyPr/>
                    <a:lstStyle/>
                    <a:p>
                      <a:pPr>
                        <a:buNone/>
                      </a:pPr>
                      <a:r>
                        <a:rPr lang="fr-FR" altLang="en-US" sz="2000" dirty="0"/>
                        <a:t>S6: Appuyer la logistique du laboratoire de surveillance des MPV</a:t>
                      </a:r>
                    </a:p>
                  </a:txBody>
                  <a:tcPr/>
                </a:tc>
                <a:tc>
                  <a:txBody>
                    <a:bodyPr/>
                    <a:lstStyle/>
                    <a:p>
                      <a:pPr>
                        <a:buNone/>
                      </a:pPr>
                      <a:r>
                        <a:rPr lang="fr-FR" altLang="en-US" sz="2000" dirty="0"/>
                        <a:t>IRR (Ressource internationale des réactifs), INRB</a:t>
                      </a:r>
                    </a:p>
                  </a:txBody>
                  <a:tcPr/>
                </a:tc>
                <a:extLst>
                  <a:ext uri="{0D108BD9-81ED-4DB2-BD59-A6C34878D82A}">
                    <a16:rowId xmlns:a16="http://schemas.microsoft.com/office/drawing/2014/main" val="10007"/>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g3aabd3d1b2d_0_290"/>
          <p:cNvSpPr txBox="1"/>
          <p:nvPr/>
        </p:nvSpPr>
        <p:spPr>
          <a:xfrm>
            <a:off x="458592" y="317941"/>
            <a:ext cx="11274900" cy="7317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500"/>
              <a:buFont typeface="Arial" panose="020B0604020202020204"/>
              <a:buNone/>
            </a:pPr>
            <a:r>
              <a:rPr lang="fr-FR" altLang="en-US" sz="2700"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rPr>
              <a:t>Autres r</a:t>
            </a:r>
            <a:r>
              <a:rPr lang="en-US" sz="2700"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rPr>
              <a:t>éalisations majeures </a:t>
            </a:r>
            <a:r>
              <a:rPr lang="fr-FR" altLang="en-US" sz="2700"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rPr>
              <a:t>non planifiées dans le PAO du PEV</a:t>
            </a:r>
            <a:endParaRPr sz="2700"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1500"/>
              <a:buFont typeface="Arial" panose="020B0604020202020204"/>
              <a:buNone/>
            </a:pPr>
            <a:endParaRPr sz="2700"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7" name="Google Shape;177;g3aabd3d1b2d_0_290"/>
          <p:cNvSpPr/>
          <p:nvPr/>
        </p:nvSpPr>
        <p:spPr>
          <a:xfrm>
            <a:off x="0" y="272241"/>
            <a:ext cx="235500" cy="655200"/>
          </a:xfrm>
          <a:prstGeom prst="rect">
            <a:avLst/>
          </a:prstGeom>
          <a:solidFill>
            <a:srgbClr val="1155CC"/>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900"/>
              <a:buFont typeface="Arial" panose="020B0604020202020204"/>
              <a:buNone/>
            </a:pPr>
            <a:endParaRPr sz="1900" b="0" i="0" u="none" strike="noStrike" cap="none">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8" name="Google Shape;178;g3aabd3d1b2d_0_290"/>
          <p:cNvSpPr txBox="1"/>
          <p:nvPr/>
        </p:nvSpPr>
        <p:spPr>
          <a:xfrm>
            <a:off x="267700" y="6492843"/>
            <a:ext cx="11414700" cy="184800"/>
          </a:xfrm>
          <a:prstGeom prst="rect">
            <a:avLst/>
          </a:prstGeom>
          <a:noFill/>
          <a:ln>
            <a:noFill/>
          </a:ln>
        </p:spPr>
        <p:txBody>
          <a:bodyPr spcFirstLastPara="1" wrap="square" lIns="0" tIns="0" rIns="121900" bIns="0" anchor="t" anchorCtr="0">
            <a:spAutoFit/>
          </a:bodyPr>
          <a:lstStyle/>
          <a:p>
            <a:pPr marL="0" marR="0" lvl="0" indent="0" algn="l" rtl="0">
              <a:lnSpc>
                <a:spcPct val="100000"/>
              </a:lnSpc>
              <a:spcBef>
                <a:spcPts val="0"/>
              </a:spcBef>
              <a:spcAft>
                <a:spcPts val="0"/>
              </a:spcAft>
              <a:buClr>
                <a:srgbClr val="000000"/>
              </a:buClr>
              <a:buSzPts val="1200"/>
              <a:buFont typeface="Arial" panose="020B0604020202020204"/>
              <a:buNone/>
            </a:pPr>
            <a:endParaRPr sz="1200" b="1"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9" name="Google Shape;179;g3aabd3d1b2d_0_290"/>
          <p:cNvSpPr txBox="1"/>
          <p:nvPr/>
        </p:nvSpPr>
        <p:spPr>
          <a:xfrm>
            <a:off x="11658600" y="6496067"/>
            <a:ext cx="228300" cy="1659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strike="noStrike" cap="none">
                <a:solidFill>
                  <a:srgbClr val="1155CC"/>
                </a:solidFill>
                <a:latin typeface="Arial" panose="020B0604020202020204"/>
                <a:ea typeface="Arial" panose="020B0604020202020204"/>
                <a:cs typeface="Arial" panose="020B0604020202020204"/>
                <a:sym typeface="Arial" panose="020B0604020202020204"/>
              </a:rPr>
              <a:t>7</a:t>
            </a:fld>
            <a:endParaRPr sz="1200" b="0" i="0" u="none" strike="noStrike" cap="none">
              <a:solidFill>
                <a:srgbClr val="1155CC"/>
              </a:solidFill>
              <a:latin typeface="Arial" panose="020B0604020202020204"/>
              <a:ea typeface="Arial" panose="020B0604020202020204"/>
              <a:cs typeface="Arial" panose="020B0604020202020204"/>
              <a:sym typeface="Arial" panose="020B0604020202020204"/>
            </a:endParaRPr>
          </a:p>
        </p:txBody>
      </p:sp>
      <p:cxnSp>
        <p:nvCxnSpPr>
          <p:cNvPr id="180" name="Google Shape;180;g3aabd3d1b2d_0_290"/>
          <p:cNvCxnSpPr/>
          <p:nvPr/>
        </p:nvCxnSpPr>
        <p:spPr>
          <a:xfrm>
            <a:off x="267700" y="6427967"/>
            <a:ext cx="11640300" cy="0"/>
          </a:xfrm>
          <a:prstGeom prst="straightConnector1">
            <a:avLst/>
          </a:prstGeom>
          <a:noFill/>
          <a:ln w="12700" cap="flat" cmpd="sng">
            <a:solidFill>
              <a:srgbClr val="9E9E9E"/>
            </a:solidFill>
            <a:prstDash val="solid"/>
            <a:round/>
            <a:headEnd type="none" w="sm" len="sm"/>
            <a:tailEnd type="none" w="sm" len="sm"/>
          </a:ln>
        </p:spPr>
      </p:cxnSp>
      <p:graphicFrame>
        <p:nvGraphicFramePr>
          <p:cNvPr id="2" name="Table 0"/>
          <p:cNvGraphicFramePr/>
          <p:nvPr>
            <p:custDataLst>
              <p:tags r:id="rId1"/>
            </p:custDataLst>
            <p:extLst>
              <p:ext uri="{D42A27DB-BD31-4B8C-83A1-F6EECF244321}">
                <p14:modId xmlns:p14="http://schemas.microsoft.com/office/powerpoint/2010/main" val="2934529646"/>
              </p:ext>
            </p:extLst>
          </p:nvPr>
        </p:nvGraphicFramePr>
        <p:xfrm>
          <a:off x="457200" y="1524000"/>
          <a:ext cx="10505440" cy="3368675"/>
        </p:xfrm>
        <a:graphic>
          <a:graphicData uri="http://schemas.openxmlformats.org/drawingml/2006/table">
            <a:tbl>
              <a:tblPr firstRow="1" bandRow="1">
                <a:tableStyleId>{5C22544A-7EE6-4342-B048-85BDC9FD1C3A}</a:tableStyleId>
              </a:tblPr>
              <a:tblGrid>
                <a:gridCol w="7711440">
                  <a:extLst>
                    <a:ext uri="{9D8B030D-6E8A-4147-A177-3AD203B41FA5}">
                      <a16:colId xmlns:a16="http://schemas.microsoft.com/office/drawing/2014/main" val="20000"/>
                    </a:ext>
                  </a:extLst>
                </a:gridCol>
                <a:gridCol w="2794000">
                  <a:extLst>
                    <a:ext uri="{9D8B030D-6E8A-4147-A177-3AD203B41FA5}">
                      <a16:colId xmlns:a16="http://schemas.microsoft.com/office/drawing/2014/main" val="20001"/>
                    </a:ext>
                  </a:extLst>
                </a:gridCol>
              </a:tblGrid>
              <a:tr h="960755">
                <a:tc>
                  <a:txBody>
                    <a:bodyPr/>
                    <a:lstStyle/>
                    <a:p>
                      <a:pPr>
                        <a:buNone/>
                      </a:pPr>
                      <a:r>
                        <a:rPr lang="fr-FR" altLang="en-US" sz="2000" dirty="0"/>
                        <a:t>Les activités non planifiées dans le PAO du PEV en 2025</a:t>
                      </a:r>
                    </a:p>
                  </a:txBody>
                  <a:tcPr/>
                </a:tc>
                <a:tc>
                  <a:txBody>
                    <a:bodyPr/>
                    <a:lstStyle/>
                    <a:p>
                      <a:pPr>
                        <a:buNone/>
                      </a:pPr>
                      <a:r>
                        <a:rPr lang="fr-FR" altLang="en-US" sz="2000" dirty="0"/>
                        <a:t>Partenaires de </a:t>
                      </a:r>
                      <a:r>
                        <a:rPr lang="fr-FR" altLang="en-US" sz="2000" dirty="0" err="1"/>
                        <a:t>MeO</a:t>
                      </a:r>
                      <a:endParaRPr lang="fr-FR" altLang="en-US" sz="2000" dirty="0"/>
                    </a:p>
                  </a:txBody>
                  <a:tcPr/>
                </a:tc>
                <a:extLst>
                  <a:ext uri="{0D108BD9-81ED-4DB2-BD59-A6C34878D82A}">
                    <a16:rowId xmlns:a16="http://schemas.microsoft.com/office/drawing/2014/main" val="10000"/>
                  </a:ext>
                </a:extLst>
              </a:tr>
              <a:tr h="395605">
                <a:tc>
                  <a:txBody>
                    <a:bodyPr/>
                    <a:lstStyle/>
                    <a:p>
                      <a:pPr>
                        <a:buNone/>
                      </a:pPr>
                      <a:r>
                        <a:rPr lang="fr-FR" altLang="en-US" sz="2000" dirty="0"/>
                        <a:t>Organiser les investigations des flambées de Rougeole en utilisant la méthodologie de la recherche des causes profondes</a:t>
                      </a:r>
                    </a:p>
                  </a:txBody>
                  <a:tcPr/>
                </a:tc>
                <a:tc>
                  <a:txBody>
                    <a:bodyPr/>
                    <a:lstStyle/>
                    <a:p>
                      <a:pPr>
                        <a:buNone/>
                      </a:pPr>
                      <a:r>
                        <a:rPr lang="fr-FR" altLang="en-US" sz="2000" dirty="0"/>
                        <a:t>AFENET, DSE, SGI Rougeole et PEV</a:t>
                      </a:r>
                    </a:p>
                  </a:txBody>
                  <a:tcPr/>
                </a:tc>
                <a:extLst>
                  <a:ext uri="{0D108BD9-81ED-4DB2-BD59-A6C34878D82A}">
                    <a16:rowId xmlns:a16="http://schemas.microsoft.com/office/drawing/2014/main" val="10001"/>
                  </a:ext>
                </a:extLst>
              </a:tr>
              <a:tr h="395605">
                <a:tc>
                  <a:txBody>
                    <a:bodyPr/>
                    <a:lstStyle/>
                    <a:p>
                      <a:pPr>
                        <a:buNone/>
                      </a:pPr>
                      <a:r>
                        <a:rPr lang="fr-FR" altLang="en-US" sz="2000" dirty="0"/>
                        <a:t>Enquête de séroprévalence de </a:t>
                      </a:r>
                      <a:r>
                        <a:rPr lang="fr-FR" altLang="en-US" sz="2000" dirty="0" err="1"/>
                        <a:t>HBsAg</a:t>
                      </a:r>
                      <a:r>
                        <a:rPr lang="fr-FR" altLang="en-US" sz="2000" dirty="0"/>
                        <a:t> chez les enfants âgés de 12 à 23 mois dans 4 provinces (Haut Katanga, Haut </a:t>
                      </a:r>
                      <a:r>
                        <a:rPr lang="fr-FR" altLang="en-US" sz="2000" dirty="0" err="1"/>
                        <a:t>Lomami</a:t>
                      </a:r>
                      <a:r>
                        <a:rPr lang="fr-FR" altLang="en-US" sz="2000" dirty="0"/>
                        <a:t>, Lualaba, Tanganyika)</a:t>
                      </a:r>
                    </a:p>
                  </a:txBody>
                  <a:tcPr/>
                </a:tc>
                <a:tc>
                  <a:txBody>
                    <a:bodyPr/>
                    <a:lstStyle/>
                    <a:p>
                      <a:pPr>
                        <a:buNone/>
                      </a:pPr>
                      <a:r>
                        <a:rPr lang="fr-FR" altLang="en-US" sz="2000" dirty="0"/>
                        <a:t>AFENET, ESP-K, UCLA</a:t>
                      </a:r>
                    </a:p>
                  </a:txBody>
                  <a:tcPr/>
                </a:tc>
                <a:extLst>
                  <a:ext uri="{0D108BD9-81ED-4DB2-BD59-A6C34878D82A}">
                    <a16:rowId xmlns:a16="http://schemas.microsoft.com/office/drawing/2014/main" val="3308547842"/>
                  </a:ext>
                </a:extLst>
              </a:tr>
              <a:tr h="395605">
                <a:tc>
                  <a:txBody>
                    <a:bodyPr/>
                    <a:lstStyle/>
                    <a:p>
                      <a:pPr>
                        <a:buNone/>
                      </a:pPr>
                      <a:r>
                        <a:rPr lang="fr-FR" altLang="en-US" sz="2000" dirty="0"/>
                        <a:t>Evaluation de la réponse sérologique à la </a:t>
                      </a:r>
                      <a:r>
                        <a:rPr lang="fr-FR" altLang="en-US" sz="2000" dirty="0" err="1"/>
                        <a:t>co</a:t>
                      </a:r>
                      <a:r>
                        <a:rPr lang="fr-FR" altLang="en-US" sz="2000" dirty="0"/>
                        <a:t>-administration de deux antigènes (</a:t>
                      </a:r>
                      <a:r>
                        <a:rPr lang="fr-FR" altLang="en-US" sz="2000" dirty="0" err="1"/>
                        <a:t>VPOb</a:t>
                      </a:r>
                      <a:r>
                        <a:rPr lang="fr-FR" altLang="en-US" sz="2000" dirty="0"/>
                        <a:t> et nVPO2) dans deux provinces (Kwango et Sud Ubangi)</a:t>
                      </a:r>
                    </a:p>
                  </a:txBody>
                  <a:tcPr/>
                </a:tc>
                <a:tc>
                  <a:txBody>
                    <a:bodyPr/>
                    <a:lstStyle/>
                    <a:p>
                      <a:pPr>
                        <a:buNone/>
                      </a:pPr>
                      <a:r>
                        <a:rPr lang="fr-FR" altLang="en-US" sz="2000" dirty="0"/>
                        <a:t>TFGH, ESP-K, UCLA</a:t>
                      </a:r>
                    </a:p>
                  </a:txBody>
                  <a:tcPr/>
                </a:tc>
                <a:extLst>
                  <a:ext uri="{0D108BD9-81ED-4DB2-BD59-A6C34878D82A}">
                    <a16:rowId xmlns:a16="http://schemas.microsoft.com/office/drawing/2014/main" val="10002"/>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g3aabd3d1b2d_0_290"/>
          <p:cNvSpPr txBox="1"/>
          <p:nvPr/>
        </p:nvSpPr>
        <p:spPr>
          <a:xfrm>
            <a:off x="458592" y="317941"/>
            <a:ext cx="11274900" cy="7317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500"/>
              <a:buFont typeface="Arial" panose="020B0604020202020204"/>
              <a:buNone/>
            </a:pPr>
            <a:r>
              <a:rPr lang="fr-FR" sz="2700" b="0" i="0" u="none" strike="noStrike" cap="none" noProof="0" dirty="0">
                <a:solidFill>
                  <a:srgbClr val="1155CC"/>
                </a:solidFill>
                <a:latin typeface="Times New Roman" panose="02020603050405020304"/>
                <a:ea typeface="Times New Roman" panose="02020603050405020304"/>
                <a:cs typeface="Times New Roman" panose="02020603050405020304"/>
                <a:sym typeface="Times New Roman" panose="02020603050405020304"/>
              </a:rPr>
              <a:t>Redevabilités financières</a:t>
            </a:r>
          </a:p>
          <a:p>
            <a:pPr marL="0" marR="0" lvl="0" indent="0" algn="l" rtl="0">
              <a:lnSpc>
                <a:spcPct val="100000"/>
              </a:lnSpc>
              <a:spcBef>
                <a:spcPts val="0"/>
              </a:spcBef>
              <a:spcAft>
                <a:spcPts val="0"/>
              </a:spcAft>
              <a:buClr>
                <a:schemeClr val="dk1"/>
              </a:buClr>
              <a:buSzPts val="1500"/>
              <a:buFont typeface="Arial" panose="020B0604020202020204"/>
              <a:buNone/>
            </a:pPr>
            <a:endParaRPr sz="2700" b="0" i="0" u="none" strike="noStrike" cap="none" dirty="0">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7" name="Google Shape;177;g3aabd3d1b2d_0_290"/>
          <p:cNvSpPr/>
          <p:nvPr/>
        </p:nvSpPr>
        <p:spPr>
          <a:xfrm>
            <a:off x="0" y="272241"/>
            <a:ext cx="235500" cy="655200"/>
          </a:xfrm>
          <a:prstGeom prst="rect">
            <a:avLst/>
          </a:prstGeom>
          <a:solidFill>
            <a:srgbClr val="1155CC"/>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900"/>
              <a:buFont typeface="Arial" panose="020B0604020202020204"/>
              <a:buNone/>
            </a:pPr>
            <a:endParaRPr sz="1900" b="0" i="0" u="none" strike="noStrike" cap="none">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8" name="Google Shape;178;g3aabd3d1b2d_0_290"/>
          <p:cNvSpPr txBox="1"/>
          <p:nvPr/>
        </p:nvSpPr>
        <p:spPr>
          <a:xfrm>
            <a:off x="267700" y="6492843"/>
            <a:ext cx="11414700" cy="184800"/>
          </a:xfrm>
          <a:prstGeom prst="rect">
            <a:avLst/>
          </a:prstGeom>
          <a:noFill/>
          <a:ln>
            <a:noFill/>
          </a:ln>
        </p:spPr>
        <p:txBody>
          <a:bodyPr spcFirstLastPara="1" wrap="square" lIns="0" tIns="0" rIns="121900" bIns="0" anchor="t" anchorCtr="0">
            <a:spAutoFit/>
          </a:bodyPr>
          <a:lstStyle/>
          <a:p>
            <a:pPr marL="0" marR="0" lvl="0" indent="0" algn="l" rtl="0">
              <a:lnSpc>
                <a:spcPct val="100000"/>
              </a:lnSpc>
              <a:spcBef>
                <a:spcPts val="0"/>
              </a:spcBef>
              <a:spcAft>
                <a:spcPts val="0"/>
              </a:spcAft>
              <a:buClr>
                <a:srgbClr val="000000"/>
              </a:buClr>
              <a:buSzPts val="1200"/>
              <a:buFont typeface="Arial" panose="020B0604020202020204"/>
              <a:buNone/>
            </a:pPr>
            <a:endParaRPr sz="1200" b="1"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9" name="Google Shape;179;g3aabd3d1b2d_0_290"/>
          <p:cNvSpPr txBox="1"/>
          <p:nvPr/>
        </p:nvSpPr>
        <p:spPr>
          <a:xfrm>
            <a:off x="11658600" y="6496067"/>
            <a:ext cx="228300" cy="1659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strike="noStrike" cap="none">
                <a:solidFill>
                  <a:srgbClr val="1155CC"/>
                </a:solidFill>
                <a:latin typeface="Arial" panose="020B0604020202020204"/>
                <a:ea typeface="Arial" panose="020B0604020202020204"/>
                <a:cs typeface="Arial" panose="020B0604020202020204"/>
                <a:sym typeface="Arial" panose="020B0604020202020204"/>
              </a:rPr>
              <a:t>8</a:t>
            </a:fld>
            <a:endParaRPr sz="1200" b="0" i="0" u="none" strike="noStrike" cap="none">
              <a:solidFill>
                <a:srgbClr val="1155CC"/>
              </a:solidFill>
              <a:latin typeface="Arial" panose="020B0604020202020204"/>
              <a:ea typeface="Arial" panose="020B0604020202020204"/>
              <a:cs typeface="Arial" panose="020B0604020202020204"/>
              <a:sym typeface="Arial" panose="020B0604020202020204"/>
            </a:endParaRPr>
          </a:p>
        </p:txBody>
      </p:sp>
      <p:cxnSp>
        <p:nvCxnSpPr>
          <p:cNvPr id="180" name="Google Shape;180;g3aabd3d1b2d_0_290"/>
          <p:cNvCxnSpPr/>
          <p:nvPr/>
        </p:nvCxnSpPr>
        <p:spPr>
          <a:xfrm>
            <a:off x="267700" y="6427967"/>
            <a:ext cx="11640300" cy="0"/>
          </a:xfrm>
          <a:prstGeom prst="straightConnector1">
            <a:avLst/>
          </a:prstGeom>
          <a:noFill/>
          <a:ln w="12700" cap="flat" cmpd="sng">
            <a:solidFill>
              <a:srgbClr val="9E9E9E"/>
            </a:solidFill>
            <a:prstDash val="solid"/>
            <a:round/>
            <a:headEnd type="none" w="sm" len="sm"/>
            <a:tailEnd type="none" w="sm" len="sm"/>
          </a:ln>
        </p:spPr>
      </p:cxnSp>
      <p:graphicFrame>
        <p:nvGraphicFramePr>
          <p:cNvPr id="2" name="Table 0"/>
          <p:cNvGraphicFramePr/>
          <p:nvPr>
            <p:custDataLst>
              <p:tags r:id="rId1"/>
            </p:custDataLst>
            <p:extLst>
              <p:ext uri="{D42A27DB-BD31-4B8C-83A1-F6EECF244321}">
                <p14:modId xmlns:p14="http://schemas.microsoft.com/office/powerpoint/2010/main" val="328412562"/>
              </p:ext>
            </p:extLst>
          </p:nvPr>
        </p:nvGraphicFramePr>
        <p:xfrm>
          <a:off x="457200" y="1310639"/>
          <a:ext cx="10932160" cy="4561840"/>
        </p:xfrm>
        <a:graphic>
          <a:graphicData uri="http://schemas.openxmlformats.org/drawingml/2006/table">
            <a:tbl>
              <a:tblPr firstRow="1" bandRow="1">
                <a:tableStyleId>{5C22544A-7EE6-4342-B048-85BDC9FD1C3A}</a:tableStyleId>
              </a:tblPr>
              <a:tblGrid>
                <a:gridCol w="2799699">
                  <a:extLst>
                    <a:ext uri="{9D8B030D-6E8A-4147-A177-3AD203B41FA5}">
                      <a16:colId xmlns:a16="http://schemas.microsoft.com/office/drawing/2014/main" val="20000"/>
                    </a:ext>
                  </a:extLst>
                </a:gridCol>
                <a:gridCol w="4105378">
                  <a:extLst>
                    <a:ext uri="{9D8B030D-6E8A-4147-A177-3AD203B41FA5}">
                      <a16:colId xmlns:a16="http://schemas.microsoft.com/office/drawing/2014/main" val="20001"/>
                    </a:ext>
                  </a:extLst>
                </a:gridCol>
                <a:gridCol w="2435226">
                  <a:extLst>
                    <a:ext uri="{9D8B030D-6E8A-4147-A177-3AD203B41FA5}">
                      <a16:colId xmlns:a16="http://schemas.microsoft.com/office/drawing/2014/main" val="20002"/>
                    </a:ext>
                  </a:extLst>
                </a:gridCol>
                <a:gridCol w="1591857">
                  <a:extLst>
                    <a:ext uri="{9D8B030D-6E8A-4147-A177-3AD203B41FA5}">
                      <a16:colId xmlns:a16="http://schemas.microsoft.com/office/drawing/2014/main" val="533609193"/>
                    </a:ext>
                  </a:extLst>
                </a:gridCol>
              </a:tblGrid>
              <a:tr h="570230">
                <a:tc>
                  <a:txBody>
                    <a:bodyPr/>
                    <a:lstStyle/>
                    <a:p>
                      <a:pPr>
                        <a:buNone/>
                      </a:pPr>
                      <a:r>
                        <a:rPr lang="fr-FR" sz="2000" noProof="0" dirty="0"/>
                        <a:t>Partenaire de </a:t>
                      </a:r>
                      <a:r>
                        <a:rPr lang="fr-FR" sz="2000" noProof="0" dirty="0" err="1"/>
                        <a:t>MeO</a:t>
                      </a:r>
                      <a:r>
                        <a:rPr lang="fr-FR" sz="2000" noProof="0" dirty="0"/>
                        <a:t> </a:t>
                      </a:r>
                    </a:p>
                  </a:txBody>
                  <a:tcPr/>
                </a:tc>
                <a:tc>
                  <a:txBody>
                    <a:bodyPr/>
                    <a:lstStyle/>
                    <a:p>
                      <a:pPr algn="ctr">
                        <a:buNone/>
                      </a:pPr>
                      <a:r>
                        <a:rPr lang="fr-FR" sz="2000" noProof="0" dirty="0"/>
                        <a:t>Routine-Rougeole-Rubéole</a:t>
                      </a:r>
                    </a:p>
                  </a:txBody>
                  <a:tcPr/>
                </a:tc>
                <a:tc>
                  <a:txBody>
                    <a:bodyPr/>
                    <a:lstStyle/>
                    <a:p>
                      <a:pPr algn="ctr">
                        <a:buNone/>
                      </a:pPr>
                      <a:r>
                        <a:rPr lang="fr-FR" sz="2000" noProof="0" dirty="0"/>
                        <a:t>Polio</a:t>
                      </a:r>
                    </a:p>
                  </a:txBody>
                  <a:tcPr/>
                </a:tc>
                <a:tc>
                  <a:txBody>
                    <a:bodyPr/>
                    <a:lstStyle/>
                    <a:p>
                      <a:pPr algn="ctr">
                        <a:buNone/>
                      </a:pPr>
                      <a:r>
                        <a:rPr lang="fr-FR" sz="2000" noProof="0" dirty="0">
                          <a:solidFill>
                            <a:schemeClr val="bg1"/>
                          </a:solidFill>
                        </a:rPr>
                        <a:t>Ebola</a:t>
                      </a:r>
                    </a:p>
                  </a:txBody>
                  <a:tcPr/>
                </a:tc>
                <a:extLst>
                  <a:ext uri="{0D108BD9-81ED-4DB2-BD59-A6C34878D82A}">
                    <a16:rowId xmlns:a16="http://schemas.microsoft.com/office/drawing/2014/main" val="10000"/>
                  </a:ext>
                </a:extLst>
              </a:tr>
              <a:tr h="570230">
                <a:tc>
                  <a:txBody>
                    <a:bodyPr/>
                    <a:lstStyle/>
                    <a:p>
                      <a:pPr>
                        <a:buNone/>
                      </a:pPr>
                      <a:r>
                        <a:rPr lang="fr-FR" sz="2000" noProof="0" dirty="0"/>
                        <a:t>AFENET</a:t>
                      </a:r>
                    </a:p>
                  </a:txBody>
                  <a:tcPr/>
                </a:tc>
                <a:tc>
                  <a:txBody>
                    <a:bodyPr/>
                    <a:lstStyle/>
                    <a:p>
                      <a:pPr algn="ctr">
                        <a:buNone/>
                      </a:pPr>
                      <a:r>
                        <a:rPr lang="fr-FR" sz="2000" noProof="0"/>
                        <a:t>$2,817,000</a:t>
                      </a:r>
                      <a:endParaRPr lang="fr-FR" sz="2000" noProof="0" dirty="0"/>
                    </a:p>
                  </a:txBody>
                  <a:tcPr/>
                </a:tc>
                <a:tc>
                  <a:txBody>
                    <a:bodyPr/>
                    <a:lstStyle/>
                    <a:p>
                      <a:pPr algn="ctr">
                        <a:buNone/>
                      </a:pPr>
                      <a:r>
                        <a:rPr lang="fr-FR" sz="2000" noProof="0" dirty="0"/>
                        <a:t>$1,750,000</a:t>
                      </a:r>
                    </a:p>
                  </a:txBody>
                  <a:tcPr/>
                </a:tc>
                <a:tc>
                  <a:txBody>
                    <a:bodyPr/>
                    <a:lstStyle/>
                    <a:p>
                      <a:pPr algn="ctr">
                        <a:buNone/>
                      </a:pPr>
                      <a:endParaRPr lang="fr-FR" sz="2000" noProof="0" dirty="0">
                        <a:solidFill>
                          <a:srgbClr val="FF0000"/>
                        </a:solidFill>
                      </a:endParaRPr>
                    </a:p>
                  </a:txBody>
                  <a:tcPr/>
                </a:tc>
                <a:extLst>
                  <a:ext uri="{0D108BD9-81ED-4DB2-BD59-A6C34878D82A}">
                    <a16:rowId xmlns:a16="http://schemas.microsoft.com/office/drawing/2014/main" val="10001"/>
                  </a:ext>
                </a:extLst>
              </a:tr>
              <a:tr h="570230">
                <a:tc>
                  <a:txBody>
                    <a:bodyPr/>
                    <a:lstStyle/>
                    <a:p>
                      <a:pPr>
                        <a:buNone/>
                      </a:pPr>
                      <a:r>
                        <a:rPr lang="fr-FR" sz="2000" noProof="0" dirty="0"/>
                        <a:t>IFRC</a:t>
                      </a:r>
                    </a:p>
                  </a:txBody>
                  <a:tcPr/>
                </a:tc>
                <a:tc>
                  <a:txBody>
                    <a:bodyPr/>
                    <a:lstStyle/>
                    <a:p>
                      <a:pPr algn="ctr">
                        <a:buNone/>
                      </a:pPr>
                      <a:r>
                        <a:rPr lang="fr-FR" sz="2000" noProof="0" dirty="0"/>
                        <a:t>$400,000</a:t>
                      </a:r>
                    </a:p>
                  </a:txBody>
                  <a:tcPr/>
                </a:tc>
                <a:tc>
                  <a:txBody>
                    <a:bodyPr/>
                    <a:lstStyle/>
                    <a:p>
                      <a:pPr algn="ctr">
                        <a:buNone/>
                      </a:pPr>
                      <a:r>
                        <a:rPr lang="fr-FR" sz="2000" noProof="0" dirty="0"/>
                        <a:t>$400,000</a:t>
                      </a:r>
                    </a:p>
                  </a:txBody>
                  <a:tcPr/>
                </a:tc>
                <a:tc>
                  <a:txBody>
                    <a:bodyPr/>
                    <a:lstStyle/>
                    <a:p>
                      <a:pPr algn="ctr">
                        <a:buNone/>
                      </a:pPr>
                      <a:endParaRPr lang="fr-FR" sz="2000" noProof="0" dirty="0">
                        <a:solidFill>
                          <a:srgbClr val="FF0000"/>
                        </a:solidFill>
                      </a:endParaRPr>
                    </a:p>
                  </a:txBody>
                  <a:tcPr/>
                </a:tc>
                <a:extLst>
                  <a:ext uri="{0D108BD9-81ED-4DB2-BD59-A6C34878D82A}">
                    <a16:rowId xmlns:a16="http://schemas.microsoft.com/office/drawing/2014/main" val="10009"/>
                  </a:ext>
                </a:extLst>
              </a:tr>
              <a:tr h="570230">
                <a:tc>
                  <a:txBody>
                    <a:bodyPr/>
                    <a:lstStyle/>
                    <a:p>
                      <a:pPr>
                        <a:buNone/>
                      </a:pPr>
                      <a:r>
                        <a:rPr lang="fr-FR" sz="2000" noProof="0" dirty="0"/>
                        <a:t>IMA Globale</a:t>
                      </a:r>
                    </a:p>
                  </a:txBody>
                  <a:tcPr/>
                </a:tc>
                <a:tc>
                  <a:txBody>
                    <a:bodyPr/>
                    <a:lstStyle/>
                    <a:p>
                      <a:pPr algn="ctr">
                        <a:buNone/>
                      </a:pPr>
                      <a:r>
                        <a:rPr lang="fr-FR" sz="2000" noProof="0" dirty="0"/>
                        <a:t>$1,000,000</a:t>
                      </a:r>
                    </a:p>
                  </a:txBody>
                  <a:tcPr/>
                </a:tc>
                <a:tc>
                  <a:txBody>
                    <a:bodyPr/>
                    <a:lstStyle/>
                    <a:p>
                      <a:pPr algn="ctr">
                        <a:buNone/>
                      </a:pPr>
                      <a:endParaRPr lang="fr-FR" sz="2000" noProof="0" dirty="0"/>
                    </a:p>
                  </a:txBody>
                  <a:tcPr/>
                </a:tc>
                <a:tc>
                  <a:txBody>
                    <a:bodyPr/>
                    <a:lstStyle/>
                    <a:p>
                      <a:pPr algn="ctr">
                        <a:buNone/>
                      </a:pPr>
                      <a:endParaRPr lang="fr-FR" sz="2000" noProof="0" dirty="0">
                        <a:solidFill>
                          <a:srgbClr val="FF0000"/>
                        </a:solidFill>
                      </a:endParaRPr>
                    </a:p>
                  </a:txBody>
                  <a:tcPr/>
                </a:tc>
                <a:extLst>
                  <a:ext uri="{0D108BD9-81ED-4DB2-BD59-A6C34878D82A}">
                    <a16:rowId xmlns:a16="http://schemas.microsoft.com/office/drawing/2014/main" val="1438396104"/>
                  </a:ext>
                </a:extLst>
              </a:tr>
              <a:tr h="570230">
                <a:tc>
                  <a:txBody>
                    <a:bodyPr/>
                    <a:lstStyle/>
                    <a:p>
                      <a:pPr>
                        <a:buNone/>
                      </a:pPr>
                      <a:r>
                        <a:rPr lang="fr-FR" sz="2000" noProof="0" dirty="0"/>
                        <a:t>IRR</a:t>
                      </a:r>
                    </a:p>
                  </a:txBody>
                  <a:tcPr/>
                </a:tc>
                <a:tc>
                  <a:txBody>
                    <a:bodyPr/>
                    <a:lstStyle/>
                    <a:p>
                      <a:pPr algn="ctr">
                        <a:buNone/>
                      </a:pPr>
                      <a:r>
                        <a:rPr lang="fr-FR" sz="2000" noProof="0" dirty="0"/>
                        <a:t>$57,404</a:t>
                      </a:r>
                    </a:p>
                  </a:txBody>
                  <a:tcPr/>
                </a:tc>
                <a:tc>
                  <a:txBody>
                    <a:bodyPr/>
                    <a:lstStyle/>
                    <a:p>
                      <a:pPr algn="ctr">
                        <a:buNone/>
                      </a:pPr>
                      <a:endParaRPr lang="fr-FR" sz="2000" noProof="0" dirty="0"/>
                    </a:p>
                  </a:txBody>
                  <a:tcPr/>
                </a:tc>
                <a:tc>
                  <a:txBody>
                    <a:bodyPr/>
                    <a:lstStyle/>
                    <a:p>
                      <a:pPr algn="ctr">
                        <a:buNone/>
                      </a:pPr>
                      <a:endParaRPr lang="fr-FR" sz="2000" noProof="0" dirty="0">
                        <a:solidFill>
                          <a:srgbClr val="FF0000"/>
                        </a:solidFill>
                      </a:endParaRPr>
                    </a:p>
                  </a:txBody>
                  <a:tcPr/>
                </a:tc>
                <a:extLst>
                  <a:ext uri="{0D108BD9-81ED-4DB2-BD59-A6C34878D82A}">
                    <a16:rowId xmlns:a16="http://schemas.microsoft.com/office/drawing/2014/main" val="2277182175"/>
                  </a:ext>
                </a:extLst>
              </a:tr>
              <a:tr h="570230">
                <a:tc>
                  <a:txBody>
                    <a:bodyPr/>
                    <a:lstStyle/>
                    <a:p>
                      <a:pPr>
                        <a:buNone/>
                      </a:pPr>
                      <a:r>
                        <a:rPr lang="fr-FR" sz="2000" noProof="0" dirty="0"/>
                        <a:t>TFGH</a:t>
                      </a:r>
                    </a:p>
                  </a:txBody>
                  <a:tcPr/>
                </a:tc>
                <a:tc>
                  <a:txBody>
                    <a:bodyPr/>
                    <a:lstStyle/>
                    <a:p>
                      <a:pPr algn="ctr">
                        <a:buNone/>
                      </a:pPr>
                      <a:r>
                        <a:rPr lang="fr-FR" sz="2000" noProof="0" dirty="0"/>
                        <a:t>$900,000</a:t>
                      </a:r>
                    </a:p>
                  </a:txBody>
                  <a:tcPr/>
                </a:tc>
                <a:tc>
                  <a:txBody>
                    <a:bodyPr/>
                    <a:lstStyle/>
                    <a:p>
                      <a:pPr algn="ctr">
                        <a:buNone/>
                      </a:pPr>
                      <a:r>
                        <a:rPr lang="fr-FR" sz="2000" noProof="0" dirty="0"/>
                        <a:t>$1,025,000</a:t>
                      </a:r>
                    </a:p>
                  </a:txBody>
                  <a:tcPr/>
                </a:tc>
                <a:tc>
                  <a:txBody>
                    <a:bodyPr/>
                    <a:lstStyle/>
                    <a:p>
                      <a:pPr algn="ctr">
                        <a:buNone/>
                      </a:pPr>
                      <a:endParaRPr lang="fr-FR" sz="2000" noProof="0" dirty="0">
                        <a:solidFill>
                          <a:srgbClr val="FF0000"/>
                        </a:solidFill>
                      </a:endParaRPr>
                    </a:p>
                  </a:txBody>
                  <a:tcPr/>
                </a:tc>
                <a:extLst>
                  <a:ext uri="{0D108BD9-81ED-4DB2-BD59-A6C34878D82A}">
                    <a16:rowId xmlns:a16="http://schemas.microsoft.com/office/drawing/2014/main" val="4046340242"/>
                  </a:ext>
                </a:extLst>
              </a:tr>
              <a:tr h="570230">
                <a:tc>
                  <a:txBody>
                    <a:bodyPr/>
                    <a:lstStyle/>
                    <a:p>
                      <a:pPr>
                        <a:buNone/>
                      </a:pPr>
                      <a:r>
                        <a:rPr lang="fr-FR" sz="2000" noProof="0" dirty="0"/>
                        <a:t>UNICEF</a:t>
                      </a:r>
                    </a:p>
                  </a:txBody>
                  <a:tcPr/>
                </a:tc>
                <a:tc>
                  <a:txBody>
                    <a:bodyPr/>
                    <a:lstStyle/>
                    <a:p>
                      <a:pPr algn="ctr">
                        <a:buNone/>
                      </a:pPr>
                      <a:r>
                        <a:rPr lang="fr-FR" sz="2000" noProof="0" dirty="0"/>
                        <a:t>$2,140,000</a:t>
                      </a:r>
                    </a:p>
                  </a:txBody>
                  <a:tcPr/>
                </a:tc>
                <a:tc>
                  <a:txBody>
                    <a:bodyPr/>
                    <a:lstStyle/>
                    <a:p>
                      <a:pPr algn="ctr">
                        <a:buNone/>
                      </a:pPr>
                      <a:r>
                        <a:rPr lang="fr-FR" sz="2000" noProof="0" dirty="0"/>
                        <a:t>$140,000</a:t>
                      </a:r>
                    </a:p>
                  </a:txBody>
                  <a:tcPr/>
                </a:tc>
                <a:tc>
                  <a:txBody>
                    <a:bodyPr/>
                    <a:lstStyle/>
                    <a:p>
                      <a:pPr algn="ctr">
                        <a:buNone/>
                      </a:pPr>
                      <a:endParaRPr lang="fr-FR" sz="2000" noProof="0" dirty="0">
                        <a:solidFill>
                          <a:schemeClr val="tx1"/>
                        </a:solidFill>
                      </a:endParaRPr>
                    </a:p>
                  </a:txBody>
                  <a:tcPr/>
                </a:tc>
                <a:extLst>
                  <a:ext uri="{0D108BD9-81ED-4DB2-BD59-A6C34878D82A}">
                    <a16:rowId xmlns:a16="http://schemas.microsoft.com/office/drawing/2014/main" val="3728303512"/>
                  </a:ext>
                </a:extLst>
              </a:tr>
              <a:tr h="570230">
                <a:tc>
                  <a:txBody>
                    <a:bodyPr/>
                    <a:lstStyle/>
                    <a:p>
                      <a:pPr>
                        <a:buNone/>
                      </a:pPr>
                      <a:r>
                        <a:rPr lang="fr-FR" sz="2000" noProof="0" dirty="0">
                          <a:solidFill>
                            <a:schemeClr val="tx1"/>
                          </a:solidFill>
                        </a:rPr>
                        <a:t>ESPK</a:t>
                      </a:r>
                    </a:p>
                  </a:txBody>
                  <a:tcPr/>
                </a:tc>
                <a:tc>
                  <a:txBody>
                    <a:bodyPr/>
                    <a:lstStyle/>
                    <a:p>
                      <a:pPr>
                        <a:buNone/>
                      </a:pPr>
                      <a:endParaRPr lang="fr-FR" sz="2000" noProof="0" dirty="0"/>
                    </a:p>
                  </a:txBody>
                  <a:tcPr/>
                </a:tc>
                <a:tc>
                  <a:txBody>
                    <a:bodyPr/>
                    <a:lstStyle/>
                    <a:p>
                      <a:pPr algn="ctr">
                        <a:buNone/>
                      </a:pPr>
                      <a:endParaRPr lang="fr-FR" sz="2000" noProof="0" dirty="0"/>
                    </a:p>
                  </a:txBody>
                  <a:tcPr/>
                </a:tc>
                <a:tc>
                  <a:txBody>
                    <a:bodyPr/>
                    <a:lstStyle/>
                    <a:p>
                      <a:pPr algn="ctr">
                        <a:buNone/>
                      </a:pPr>
                      <a:r>
                        <a:rPr lang="fr-FR" sz="2000" noProof="0" dirty="0">
                          <a:solidFill>
                            <a:schemeClr val="tx1"/>
                          </a:solidFill>
                        </a:rPr>
                        <a:t>$500,000</a:t>
                      </a:r>
                    </a:p>
                  </a:txBody>
                  <a:tcPr/>
                </a:tc>
                <a:extLst>
                  <a:ext uri="{0D108BD9-81ED-4DB2-BD59-A6C34878D82A}">
                    <a16:rowId xmlns:a16="http://schemas.microsoft.com/office/drawing/2014/main" val="2995270406"/>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g3aabd3d1b2d_0_290"/>
          <p:cNvSpPr txBox="1"/>
          <p:nvPr/>
        </p:nvSpPr>
        <p:spPr>
          <a:xfrm>
            <a:off x="458592" y="317941"/>
            <a:ext cx="11274900" cy="7317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500"/>
              <a:buFont typeface="Arial" panose="020B0604020202020204"/>
              <a:buNone/>
            </a:pPr>
            <a:r>
              <a:rPr lang="fr-FR" sz="2700">
                <a:solidFill>
                  <a:srgbClr val="1155CC"/>
                </a:solidFill>
                <a:latin typeface="Times New Roman" panose="02020603050405020304"/>
                <a:ea typeface="Times New Roman" panose="02020603050405020304"/>
                <a:cs typeface="Times New Roman" panose="02020603050405020304"/>
                <a:sym typeface="Times New Roman" panose="02020603050405020304"/>
              </a:rPr>
              <a:t>Valeur ajoutée - Innovations - Bonnes pratiques</a:t>
            </a:r>
            <a:endParaRPr sz="2700"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7" name="Google Shape;177;g3aabd3d1b2d_0_290"/>
          <p:cNvSpPr/>
          <p:nvPr/>
        </p:nvSpPr>
        <p:spPr>
          <a:xfrm>
            <a:off x="0" y="272241"/>
            <a:ext cx="235500" cy="655200"/>
          </a:xfrm>
          <a:prstGeom prst="rect">
            <a:avLst/>
          </a:prstGeom>
          <a:solidFill>
            <a:srgbClr val="1155CC"/>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900"/>
              <a:buFont typeface="Arial" panose="020B0604020202020204"/>
              <a:buNone/>
            </a:pPr>
            <a:endParaRPr sz="1900" b="0" i="0" u="none" strike="noStrike" cap="none">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8" name="Google Shape;178;g3aabd3d1b2d_0_290"/>
          <p:cNvSpPr txBox="1"/>
          <p:nvPr/>
        </p:nvSpPr>
        <p:spPr>
          <a:xfrm>
            <a:off x="267700" y="6492843"/>
            <a:ext cx="11414700" cy="184800"/>
          </a:xfrm>
          <a:prstGeom prst="rect">
            <a:avLst/>
          </a:prstGeom>
          <a:noFill/>
          <a:ln>
            <a:noFill/>
          </a:ln>
        </p:spPr>
        <p:txBody>
          <a:bodyPr spcFirstLastPara="1" wrap="square" lIns="0" tIns="0" rIns="121900" bIns="0" anchor="t" anchorCtr="0">
            <a:spAutoFit/>
          </a:bodyPr>
          <a:lstStyle/>
          <a:p>
            <a:pPr marL="0" marR="0" lvl="0" indent="0" algn="l" rtl="0">
              <a:lnSpc>
                <a:spcPct val="100000"/>
              </a:lnSpc>
              <a:spcBef>
                <a:spcPts val="0"/>
              </a:spcBef>
              <a:spcAft>
                <a:spcPts val="0"/>
              </a:spcAft>
              <a:buClr>
                <a:srgbClr val="000000"/>
              </a:buClr>
              <a:buSzPts val="1200"/>
              <a:buFont typeface="Arial" panose="020B0604020202020204"/>
              <a:buNone/>
            </a:pPr>
            <a:endParaRPr sz="1200" b="1"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9" name="Google Shape;179;g3aabd3d1b2d_0_290"/>
          <p:cNvSpPr txBox="1"/>
          <p:nvPr/>
        </p:nvSpPr>
        <p:spPr>
          <a:xfrm>
            <a:off x="11658600" y="6496067"/>
            <a:ext cx="228300" cy="1659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strike="noStrike" cap="none">
                <a:solidFill>
                  <a:srgbClr val="1155CC"/>
                </a:solidFill>
                <a:latin typeface="Arial" panose="020B0604020202020204"/>
                <a:ea typeface="Arial" panose="020B0604020202020204"/>
                <a:cs typeface="Arial" panose="020B0604020202020204"/>
                <a:sym typeface="Arial" panose="020B0604020202020204"/>
              </a:rPr>
              <a:t>9</a:t>
            </a:fld>
            <a:endParaRPr sz="1200" b="0" i="0" u="none" strike="noStrike" cap="none">
              <a:solidFill>
                <a:srgbClr val="1155CC"/>
              </a:solidFill>
              <a:latin typeface="Arial" panose="020B0604020202020204"/>
              <a:ea typeface="Arial" panose="020B0604020202020204"/>
              <a:cs typeface="Arial" panose="020B0604020202020204"/>
              <a:sym typeface="Arial" panose="020B0604020202020204"/>
            </a:endParaRPr>
          </a:p>
        </p:txBody>
      </p:sp>
      <p:cxnSp>
        <p:nvCxnSpPr>
          <p:cNvPr id="180" name="Google Shape;180;g3aabd3d1b2d_0_290"/>
          <p:cNvCxnSpPr/>
          <p:nvPr/>
        </p:nvCxnSpPr>
        <p:spPr>
          <a:xfrm>
            <a:off x="267700" y="6427967"/>
            <a:ext cx="11640300" cy="0"/>
          </a:xfrm>
          <a:prstGeom prst="straightConnector1">
            <a:avLst/>
          </a:prstGeom>
          <a:noFill/>
          <a:ln w="12700" cap="flat" cmpd="sng">
            <a:solidFill>
              <a:srgbClr val="9E9E9E"/>
            </a:solidFill>
            <a:prstDash val="solid"/>
            <a:round/>
            <a:headEnd type="none" w="sm" len="sm"/>
            <a:tailEnd type="none" w="sm" len="sm"/>
          </a:ln>
        </p:spPr>
      </p:cxnSp>
      <p:sp>
        <p:nvSpPr>
          <p:cNvPr id="181" name="Google Shape;181;g3aabd3d1b2d_0_290"/>
          <p:cNvSpPr/>
          <p:nvPr/>
        </p:nvSpPr>
        <p:spPr>
          <a:xfrm>
            <a:off x="458600" y="1323700"/>
            <a:ext cx="11356500" cy="4764900"/>
          </a:xfrm>
          <a:prstGeom prst="rect">
            <a:avLst/>
          </a:prstGeom>
          <a:solidFill>
            <a:schemeClr val="lt2"/>
          </a:solidFill>
          <a:ln w="9800" cap="flat" cmpd="sng">
            <a:solidFill>
              <a:schemeClr val="dk2"/>
            </a:solidFill>
            <a:prstDash val="solid"/>
            <a:round/>
            <a:headEnd type="none" w="sm" len="sm"/>
            <a:tailEnd type="none" w="sm" len="sm"/>
          </a:ln>
        </p:spPr>
        <p:txBody>
          <a:bodyPr spcFirstLastPara="1" wrap="square" lIns="94100" tIns="94100" rIns="94100" bIns="94100" anchor="ctr" anchorCtr="0">
            <a:noAutofit/>
          </a:bodyPr>
          <a:lstStyle/>
          <a:p>
            <a:pPr marL="342900" lvl="0" indent="-342900" rtl="0">
              <a:spcBef>
                <a:spcPts val="0"/>
              </a:spcBef>
              <a:spcAft>
                <a:spcPts val="0"/>
              </a:spcAft>
              <a:buFont typeface="Arial" panose="020B0604020202020204" pitchFamily="34" charset="0"/>
              <a:buChar char="•"/>
            </a:pPr>
            <a:r>
              <a:rPr lang="fr-FR" sz="2000" noProof="0" dirty="0">
                <a:latin typeface="Calibri" panose="020F0502020204030204" charset="0"/>
                <a:ea typeface="Times New Roman" panose="02020603050405020304"/>
                <a:cs typeface="Calibri" panose="020F0502020204030204" charset="0"/>
                <a:sym typeface="+mn-ea"/>
              </a:rPr>
              <a:t>Dénombrement </a:t>
            </a:r>
            <a:r>
              <a:rPr lang="fr-FR" sz="2000" dirty="0">
                <a:latin typeface="Calibri" panose="020F0502020204030204" charset="0"/>
                <a:ea typeface="Times New Roman" panose="02020603050405020304"/>
                <a:cs typeface="Calibri" panose="020F0502020204030204" charset="0"/>
                <a:sym typeface="+mn-ea"/>
              </a:rPr>
              <a:t>et </a:t>
            </a:r>
            <a:r>
              <a:rPr lang="fr-FR" sz="2000" noProof="0" dirty="0">
                <a:latin typeface="Calibri" panose="020F0502020204030204" charset="0"/>
                <a:ea typeface="Times New Roman" panose="02020603050405020304"/>
                <a:cs typeface="Calibri" panose="020F0502020204030204" charset="0"/>
                <a:sym typeface="+mn-ea"/>
              </a:rPr>
              <a:t>rattrapage des enfant non-  ou sous-vaccinés (GR/BCU Maniema)</a:t>
            </a:r>
          </a:p>
          <a:p>
            <a:pPr marL="342900" lvl="0" indent="-342900" rtl="0">
              <a:spcBef>
                <a:spcPts val="0"/>
              </a:spcBef>
              <a:spcAft>
                <a:spcPts val="0"/>
              </a:spcAft>
              <a:buFont typeface="Arial" panose="020B0604020202020204" pitchFamily="34" charset="0"/>
              <a:buChar char="•"/>
            </a:pPr>
            <a:r>
              <a:rPr lang="fr-FR" sz="2000" noProof="0" dirty="0">
                <a:latin typeface="Calibri" panose="020F0502020204030204" charset="0"/>
                <a:ea typeface="Times New Roman" panose="02020603050405020304"/>
                <a:cs typeface="Calibri" panose="020F0502020204030204" charset="0"/>
                <a:sym typeface="+mn-ea"/>
              </a:rPr>
              <a:t>Cocréation du projet de renforcement de routine (Projet VAR d’IMA)</a:t>
            </a:r>
          </a:p>
          <a:p>
            <a:pPr marL="342900" lvl="0" indent="-342900" rtl="0">
              <a:spcBef>
                <a:spcPts val="0"/>
              </a:spcBef>
              <a:spcAft>
                <a:spcPts val="0"/>
              </a:spcAft>
              <a:buFont typeface="Arial" panose="020B0604020202020204" pitchFamily="34" charset="0"/>
              <a:buChar char="•"/>
            </a:pPr>
            <a:r>
              <a:rPr lang="fr-FR" sz="2000" noProof="0" dirty="0">
                <a:latin typeface="Calibri" panose="020F0502020204030204" charset="0"/>
                <a:ea typeface="Times New Roman" panose="02020603050405020304"/>
                <a:cs typeface="Calibri" panose="020F0502020204030204" charset="0"/>
                <a:sym typeface="+mn-ea"/>
              </a:rPr>
              <a:t>Appui rapproché des acteurs au niveau infranational pour la préparation et la mise en œuvre</a:t>
            </a:r>
            <a:r>
              <a:rPr lang="fr-FR" sz="2000" dirty="0">
                <a:latin typeface="Calibri" panose="020F0502020204030204" charset="0"/>
                <a:ea typeface="Times New Roman" panose="02020603050405020304"/>
                <a:cs typeface="Calibri" panose="020F0502020204030204" charset="0"/>
                <a:sym typeface="+mn-ea"/>
              </a:rPr>
              <a:t> d</a:t>
            </a:r>
            <a:r>
              <a:rPr lang="fr-FR" sz="2000" noProof="0" dirty="0">
                <a:latin typeface="Calibri" panose="020F0502020204030204" charset="0"/>
                <a:ea typeface="Times New Roman" panose="02020603050405020304"/>
                <a:cs typeface="Calibri" panose="020F0502020204030204" charset="0"/>
                <a:sym typeface="+mn-ea"/>
              </a:rPr>
              <a:t>es campagnes polio et RR</a:t>
            </a:r>
            <a:endParaRPr lang="fr-FR" sz="2000" noProof="0" dirty="0">
              <a:latin typeface="Calibri" panose="020F0502020204030204" charset="0"/>
              <a:ea typeface="Times New Roman" panose="02020603050405020304"/>
              <a:cs typeface="Calibri" panose="020F0502020204030204" charset="0"/>
              <a:sym typeface="Times New Roman" panose="02020603050405020304"/>
            </a:endParaRPr>
          </a:p>
          <a:p>
            <a:pPr marL="342900" lvl="0" indent="-342900" rtl="0">
              <a:spcBef>
                <a:spcPts val="0"/>
              </a:spcBef>
              <a:spcAft>
                <a:spcPts val="0"/>
              </a:spcAft>
              <a:buFont typeface="Arial" panose="020B0604020202020204" pitchFamily="34" charset="0"/>
              <a:buChar char="•"/>
            </a:pPr>
            <a:r>
              <a:rPr lang="fr-FR" sz="2000" noProof="0" dirty="0">
                <a:latin typeface="Calibri" panose="020F0502020204030204" charset="0"/>
                <a:cs typeface="Calibri" panose="020F0502020204030204" charset="0"/>
                <a:sym typeface="Times New Roman" panose="02020603050405020304"/>
              </a:rPr>
              <a:t>Contribution à la mise en place de l'approche de remontée des données des campagnes RR</a:t>
            </a:r>
            <a:r>
              <a:rPr lang="fr-FR" sz="2000" dirty="0">
                <a:latin typeface="Calibri" panose="020F0502020204030204" charset="0"/>
                <a:cs typeface="Calibri" panose="020F0502020204030204" charset="0"/>
                <a:sym typeface="Times New Roman" panose="02020603050405020304"/>
              </a:rPr>
              <a:t> et VPO</a:t>
            </a:r>
            <a:endParaRPr lang="fr-FR" sz="2000" noProof="0" dirty="0">
              <a:latin typeface="Calibri" panose="020F0502020204030204" charset="0"/>
              <a:cs typeface="Calibri" panose="020F0502020204030204" charset="0"/>
              <a:sym typeface="Times New Roman" panose="02020603050405020304"/>
            </a:endParaRPr>
          </a:p>
          <a:p>
            <a:pPr marL="342900" lvl="0" indent="-342900" rtl="0">
              <a:spcBef>
                <a:spcPts val="0"/>
              </a:spcBef>
              <a:spcAft>
                <a:spcPts val="0"/>
              </a:spcAft>
              <a:buFont typeface="Arial" panose="020B0604020202020204" pitchFamily="34" charset="0"/>
              <a:buChar char="•"/>
            </a:pPr>
            <a:r>
              <a:rPr lang="fr-FR" sz="2000" noProof="0" dirty="0">
                <a:latin typeface="Calibri" panose="020F0502020204030204" charset="0"/>
                <a:cs typeface="Calibri" panose="020F0502020204030204" charset="0"/>
                <a:sym typeface="Times New Roman" panose="02020603050405020304"/>
              </a:rPr>
              <a:t>Développement rapide et mise en place du tableau de bord de la campagne RR</a:t>
            </a:r>
          </a:p>
          <a:p>
            <a:pPr marL="342900" lvl="0" indent="-342900" rtl="0">
              <a:spcBef>
                <a:spcPts val="0"/>
              </a:spcBef>
              <a:spcAft>
                <a:spcPts val="0"/>
              </a:spcAft>
              <a:buFont typeface="Arial" panose="020B0604020202020204" pitchFamily="34" charset="0"/>
              <a:buChar char="•"/>
            </a:pPr>
            <a:r>
              <a:rPr lang="fr-FR" sz="2000" noProof="0" dirty="0">
                <a:latin typeface="Calibri" panose="020F0502020204030204" charset="0"/>
                <a:cs typeface="Calibri" panose="020F0502020204030204" charset="0"/>
                <a:sym typeface="Times New Roman" panose="02020603050405020304"/>
              </a:rPr>
              <a:t>Renforcement aux investigations des épidémies </a:t>
            </a:r>
            <a:r>
              <a:rPr lang="fr-FR" sz="2000" dirty="0">
                <a:latin typeface="Calibri" panose="020F0502020204030204" charset="0"/>
                <a:cs typeface="Calibri" panose="020F0502020204030204" charset="0"/>
                <a:sym typeface="Times New Roman" panose="02020603050405020304"/>
              </a:rPr>
              <a:t>en utilisant une approche innovante pour trouver les causes profondes de la non-vaccination et développer des plans de redressement</a:t>
            </a:r>
          </a:p>
          <a:p>
            <a:pPr marL="342900" lvl="0" indent="-342900">
              <a:buFont typeface="Arial" panose="020B0604020202020204" pitchFamily="34" charset="0"/>
              <a:buChar char="•"/>
            </a:pPr>
            <a:r>
              <a:rPr lang="fr-FR" altLang="en-US" sz="2000" dirty="0"/>
              <a:t>Enquête de séroprévalence de </a:t>
            </a:r>
            <a:r>
              <a:rPr lang="fr-FR" altLang="en-US" sz="2000" dirty="0" err="1"/>
              <a:t>HBsAg</a:t>
            </a:r>
            <a:endParaRPr lang="fr-FR" altLang="en-US" sz="2000" dirty="0"/>
          </a:p>
          <a:p>
            <a:pPr marL="342900" lvl="0" indent="-342900">
              <a:buFont typeface="Arial" panose="020B0604020202020204" pitchFamily="34" charset="0"/>
              <a:buChar char="•"/>
            </a:pPr>
            <a:r>
              <a:rPr lang="fr-FR" sz="2000" noProof="0" dirty="0"/>
              <a:t>Evaluation de l'efficacité sur le </a:t>
            </a:r>
            <a:r>
              <a:rPr lang="fr-FR" sz="2000" dirty="0"/>
              <a:t>terrain </a:t>
            </a:r>
            <a:r>
              <a:rPr lang="fr-FR" sz="2000" noProof="0" dirty="0"/>
              <a:t>de </a:t>
            </a:r>
            <a:r>
              <a:rPr lang="fr-FR" sz="2000" noProof="0" dirty="0" err="1"/>
              <a:t>VPOb</a:t>
            </a:r>
            <a:r>
              <a:rPr lang="fr-FR" sz="2000" noProof="0" dirty="0"/>
              <a:t> et de VPOn2 après la </a:t>
            </a:r>
            <a:r>
              <a:rPr lang="fr-FR" sz="2000" noProof="0" dirty="0" err="1"/>
              <a:t>co</a:t>
            </a:r>
            <a:r>
              <a:rPr lang="fr-FR" sz="2000" noProof="0" dirty="0"/>
              <a:t>-administration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g3aabd3d1b2d_0_290"/>
          <p:cNvSpPr txBox="1"/>
          <p:nvPr/>
        </p:nvSpPr>
        <p:spPr>
          <a:xfrm>
            <a:off x="458592" y="317941"/>
            <a:ext cx="11274900" cy="7317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500"/>
              <a:buFont typeface="Arial" panose="020B0604020202020204"/>
              <a:buNone/>
            </a:pPr>
            <a:r>
              <a:rPr lang="en-US" sz="2700"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rPr>
              <a:t>Défis rencontrés</a:t>
            </a:r>
            <a:endParaRPr sz="2700"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1500"/>
              <a:buFont typeface="Arial" panose="020B0604020202020204"/>
              <a:buNone/>
            </a:pPr>
            <a:endParaRPr sz="2700"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7" name="Google Shape;177;g3aabd3d1b2d_0_290"/>
          <p:cNvSpPr/>
          <p:nvPr/>
        </p:nvSpPr>
        <p:spPr>
          <a:xfrm>
            <a:off x="0" y="272241"/>
            <a:ext cx="235500" cy="655200"/>
          </a:xfrm>
          <a:prstGeom prst="rect">
            <a:avLst/>
          </a:prstGeom>
          <a:solidFill>
            <a:srgbClr val="1155CC"/>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900"/>
              <a:buFont typeface="Arial" panose="020B0604020202020204"/>
              <a:buNone/>
            </a:pPr>
            <a:endParaRPr sz="1900" b="0" i="0" u="none" strike="noStrike" cap="none">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8" name="Google Shape;178;g3aabd3d1b2d_0_290"/>
          <p:cNvSpPr txBox="1"/>
          <p:nvPr/>
        </p:nvSpPr>
        <p:spPr>
          <a:xfrm>
            <a:off x="267700" y="6492843"/>
            <a:ext cx="11414700" cy="184800"/>
          </a:xfrm>
          <a:prstGeom prst="rect">
            <a:avLst/>
          </a:prstGeom>
          <a:noFill/>
          <a:ln>
            <a:noFill/>
          </a:ln>
        </p:spPr>
        <p:txBody>
          <a:bodyPr spcFirstLastPara="1" wrap="square" lIns="0" tIns="0" rIns="121900" bIns="0" anchor="t" anchorCtr="0">
            <a:spAutoFit/>
          </a:bodyPr>
          <a:lstStyle/>
          <a:p>
            <a:pPr marL="0" marR="0" lvl="0" indent="0" algn="l" rtl="0">
              <a:lnSpc>
                <a:spcPct val="100000"/>
              </a:lnSpc>
              <a:spcBef>
                <a:spcPts val="0"/>
              </a:spcBef>
              <a:spcAft>
                <a:spcPts val="0"/>
              </a:spcAft>
              <a:buClr>
                <a:srgbClr val="000000"/>
              </a:buClr>
              <a:buSzPts val="1200"/>
              <a:buFont typeface="Arial" panose="020B0604020202020204"/>
              <a:buNone/>
            </a:pPr>
            <a:endParaRPr sz="1200" b="1"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9" name="Google Shape;179;g3aabd3d1b2d_0_290"/>
          <p:cNvSpPr txBox="1"/>
          <p:nvPr/>
        </p:nvSpPr>
        <p:spPr>
          <a:xfrm>
            <a:off x="11658600" y="6496067"/>
            <a:ext cx="228300" cy="1659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strike="noStrike" cap="none">
                <a:solidFill>
                  <a:srgbClr val="1155CC"/>
                </a:solidFill>
                <a:latin typeface="Arial" panose="020B0604020202020204"/>
                <a:ea typeface="Arial" panose="020B0604020202020204"/>
                <a:cs typeface="Arial" panose="020B0604020202020204"/>
                <a:sym typeface="Arial" panose="020B0604020202020204"/>
              </a:rPr>
              <a:t>10</a:t>
            </a:fld>
            <a:endParaRPr sz="1200" b="0" i="0" u="none" strike="noStrike" cap="none">
              <a:solidFill>
                <a:srgbClr val="1155CC"/>
              </a:solidFill>
              <a:latin typeface="Arial" panose="020B0604020202020204"/>
              <a:ea typeface="Arial" panose="020B0604020202020204"/>
              <a:cs typeface="Arial" panose="020B0604020202020204"/>
              <a:sym typeface="Arial" panose="020B0604020202020204"/>
            </a:endParaRPr>
          </a:p>
        </p:txBody>
      </p:sp>
      <p:cxnSp>
        <p:nvCxnSpPr>
          <p:cNvPr id="180" name="Google Shape;180;g3aabd3d1b2d_0_290"/>
          <p:cNvCxnSpPr/>
          <p:nvPr/>
        </p:nvCxnSpPr>
        <p:spPr>
          <a:xfrm>
            <a:off x="267700" y="6427967"/>
            <a:ext cx="11640300" cy="0"/>
          </a:xfrm>
          <a:prstGeom prst="straightConnector1">
            <a:avLst/>
          </a:prstGeom>
          <a:noFill/>
          <a:ln w="12700" cap="flat" cmpd="sng">
            <a:solidFill>
              <a:srgbClr val="9E9E9E"/>
            </a:solidFill>
            <a:prstDash val="solid"/>
            <a:round/>
            <a:headEnd type="none" w="sm" len="sm"/>
            <a:tailEnd type="none" w="sm" len="sm"/>
          </a:ln>
        </p:spPr>
      </p:cxnSp>
      <p:sp>
        <p:nvSpPr>
          <p:cNvPr id="181" name="Google Shape;181;g3aabd3d1b2d_0_290"/>
          <p:cNvSpPr/>
          <p:nvPr/>
        </p:nvSpPr>
        <p:spPr>
          <a:xfrm>
            <a:off x="458600" y="1323700"/>
            <a:ext cx="11356500" cy="4764900"/>
          </a:xfrm>
          <a:prstGeom prst="rect">
            <a:avLst/>
          </a:prstGeom>
          <a:solidFill>
            <a:schemeClr val="lt2"/>
          </a:solidFill>
          <a:ln w="9800" cap="flat" cmpd="sng">
            <a:solidFill>
              <a:schemeClr val="dk2"/>
            </a:solidFill>
            <a:prstDash val="solid"/>
            <a:round/>
            <a:headEnd type="none" w="sm" len="sm"/>
            <a:tailEnd type="none" w="sm" len="sm"/>
          </a:ln>
        </p:spPr>
        <p:txBody>
          <a:bodyPr spcFirstLastPara="1" wrap="square" lIns="94100" tIns="94100" rIns="94100" bIns="94100" anchor="ctr" anchorCtr="0">
            <a:noAutofit/>
          </a:bodyPr>
          <a:lstStyle/>
          <a:p>
            <a:pPr marL="0" lvl="0" indent="0" algn="ctr" rtl="0">
              <a:spcBef>
                <a:spcPts val="0"/>
              </a:spcBef>
              <a:spcAft>
                <a:spcPts val="0"/>
              </a:spcAft>
              <a:buNone/>
            </a:pPr>
            <a:endParaRPr lang="en-US" altLang="fr-CA" sz="2000" dirty="0">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g3aabd3d1b2d_0_290"/>
          <p:cNvSpPr txBox="1"/>
          <p:nvPr/>
        </p:nvSpPr>
        <p:spPr>
          <a:xfrm>
            <a:off x="458592" y="317941"/>
            <a:ext cx="11274900" cy="7317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500"/>
              <a:buFont typeface="Arial" panose="020B0604020202020204"/>
              <a:buNone/>
            </a:pPr>
            <a:r>
              <a:rPr lang="en-US" sz="2700"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rPr>
              <a:t>Priorités et engagements pour 2026</a:t>
            </a:r>
            <a:endParaRPr sz="2700"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1500"/>
              <a:buFont typeface="Arial" panose="020B0604020202020204"/>
              <a:buNone/>
            </a:pPr>
            <a:endParaRPr sz="2700"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7" name="Google Shape;177;g3aabd3d1b2d_0_290"/>
          <p:cNvSpPr/>
          <p:nvPr/>
        </p:nvSpPr>
        <p:spPr>
          <a:xfrm>
            <a:off x="0" y="272241"/>
            <a:ext cx="235500" cy="655200"/>
          </a:xfrm>
          <a:prstGeom prst="rect">
            <a:avLst/>
          </a:prstGeom>
          <a:solidFill>
            <a:srgbClr val="1155CC"/>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900"/>
              <a:buFont typeface="Arial" panose="020B0604020202020204"/>
              <a:buNone/>
            </a:pPr>
            <a:endParaRPr sz="1900" b="0" i="0" u="none" strike="noStrike" cap="none">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8" name="Google Shape;178;g3aabd3d1b2d_0_290"/>
          <p:cNvSpPr txBox="1"/>
          <p:nvPr/>
        </p:nvSpPr>
        <p:spPr>
          <a:xfrm>
            <a:off x="267700" y="6492843"/>
            <a:ext cx="11414700" cy="184800"/>
          </a:xfrm>
          <a:prstGeom prst="rect">
            <a:avLst/>
          </a:prstGeom>
          <a:noFill/>
          <a:ln>
            <a:noFill/>
          </a:ln>
        </p:spPr>
        <p:txBody>
          <a:bodyPr spcFirstLastPara="1" wrap="square" lIns="0" tIns="0" rIns="121900" bIns="0" anchor="t" anchorCtr="0">
            <a:spAutoFit/>
          </a:bodyPr>
          <a:lstStyle/>
          <a:p>
            <a:pPr marL="0" marR="0" lvl="0" indent="0" algn="l" rtl="0">
              <a:lnSpc>
                <a:spcPct val="100000"/>
              </a:lnSpc>
              <a:spcBef>
                <a:spcPts val="0"/>
              </a:spcBef>
              <a:spcAft>
                <a:spcPts val="0"/>
              </a:spcAft>
              <a:buClr>
                <a:srgbClr val="000000"/>
              </a:buClr>
              <a:buSzPts val="1200"/>
              <a:buFont typeface="Arial" panose="020B0604020202020204"/>
              <a:buNone/>
            </a:pPr>
            <a:endParaRPr sz="1200" b="1"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9" name="Google Shape;179;g3aabd3d1b2d_0_290"/>
          <p:cNvSpPr txBox="1"/>
          <p:nvPr/>
        </p:nvSpPr>
        <p:spPr>
          <a:xfrm>
            <a:off x="11658600" y="6496067"/>
            <a:ext cx="228300" cy="1659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strike="noStrike" cap="none">
                <a:solidFill>
                  <a:srgbClr val="1155CC"/>
                </a:solidFill>
                <a:latin typeface="Arial" panose="020B0604020202020204"/>
                <a:ea typeface="Arial" panose="020B0604020202020204"/>
                <a:cs typeface="Arial" panose="020B0604020202020204"/>
                <a:sym typeface="Arial" panose="020B0604020202020204"/>
              </a:rPr>
              <a:t>11</a:t>
            </a:fld>
            <a:endParaRPr sz="1200" b="0" i="0" u="none" strike="noStrike" cap="none">
              <a:solidFill>
                <a:srgbClr val="1155CC"/>
              </a:solidFill>
              <a:latin typeface="Arial" panose="020B0604020202020204"/>
              <a:ea typeface="Arial" panose="020B0604020202020204"/>
              <a:cs typeface="Arial" panose="020B0604020202020204"/>
              <a:sym typeface="Arial" panose="020B0604020202020204"/>
            </a:endParaRPr>
          </a:p>
        </p:txBody>
      </p:sp>
      <p:cxnSp>
        <p:nvCxnSpPr>
          <p:cNvPr id="180" name="Google Shape;180;g3aabd3d1b2d_0_290"/>
          <p:cNvCxnSpPr/>
          <p:nvPr/>
        </p:nvCxnSpPr>
        <p:spPr>
          <a:xfrm>
            <a:off x="267700" y="6427967"/>
            <a:ext cx="11640300" cy="0"/>
          </a:xfrm>
          <a:prstGeom prst="straightConnector1">
            <a:avLst/>
          </a:prstGeom>
          <a:noFill/>
          <a:ln w="12700" cap="flat" cmpd="sng">
            <a:solidFill>
              <a:srgbClr val="9E9E9E"/>
            </a:solidFill>
            <a:prstDash val="solid"/>
            <a:round/>
            <a:headEnd type="none" w="sm" len="sm"/>
            <a:tailEnd type="none" w="sm" len="sm"/>
          </a:ln>
        </p:spPr>
      </p:cxnSp>
      <p:sp>
        <p:nvSpPr>
          <p:cNvPr id="181" name="Google Shape;181;g3aabd3d1b2d_0_290"/>
          <p:cNvSpPr/>
          <p:nvPr/>
        </p:nvSpPr>
        <p:spPr>
          <a:xfrm>
            <a:off x="458600" y="1323700"/>
            <a:ext cx="11356500" cy="4764900"/>
          </a:xfrm>
          <a:prstGeom prst="rect">
            <a:avLst/>
          </a:prstGeom>
          <a:solidFill>
            <a:schemeClr val="lt2"/>
          </a:solidFill>
          <a:ln w="9800" cap="flat" cmpd="sng">
            <a:solidFill>
              <a:schemeClr val="dk2"/>
            </a:solidFill>
            <a:prstDash val="solid"/>
            <a:round/>
            <a:headEnd type="none" w="sm" len="sm"/>
            <a:tailEnd type="none" w="sm" len="sm"/>
          </a:ln>
        </p:spPr>
        <p:txBody>
          <a:bodyPr spcFirstLastPara="1" wrap="square" lIns="94100" tIns="94100" rIns="94100" bIns="94100" anchor="ctr" anchorCtr="0">
            <a:noAutofit/>
          </a:bodyPr>
          <a:lstStyle/>
          <a:p>
            <a:pPr marL="342900" lvl="0" indent="-342900" algn="l" rtl="0">
              <a:spcBef>
                <a:spcPts val="0"/>
              </a:spcBef>
              <a:spcAft>
                <a:spcPts val="0"/>
              </a:spcAft>
              <a:buFont typeface="Arial" panose="020B0604020202020204" pitchFamily="34" charset="0"/>
              <a:buChar char="•"/>
            </a:pPr>
            <a:r>
              <a:rPr lang="fr-FR" sz="2000" noProof="0" dirty="0">
                <a:latin typeface="Times New Roman" panose="02020603050405020304"/>
                <a:ea typeface="Times New Roman" panose="02020603050405020304"/>
                <a:cs typeface="Times New Roman" panose="02020603050405020304"/>
                <a:sym typeface="Times New Roman" panose="02020603050405020304"/>
              </a:rPr>
              <a:t>Démarrage des activités d</a:t>
            </a:r>
            <a:r>
              <a:rPr lang="fr-FR" sz="2000" dirty="0">
                <a:latin typeface="Times New Roman" panose="02020603050405020304"/>
                <a:ea typeface="Times New Roman" panose="02020603050405020304"/>
                <a:cs typeface="Times New Roman" panose="02020603050405020304"/>
                <a:sym typeface="Times New Roman" panose="02020603050405020304"/>
              </a:rPr>
              <a:t>u renforcement</a:t>
            </a:r>
            <a:r>
              <a:rPr lang="fr-FR" sz="2000" noProof="0" dirty="0">
                <a:latin typeface="Times New Roman" panose="02020603050405020304"/>
                <a:ea typeface="Times New Roman" panose="02020603050405020304"/>
                <a:cs typeface="Times New Roman" panose="02020603050405020304"/>
                <a:sym typeface="Times New Roman" panose="02020603050405020304"/>
              </a:rPr>
              <a:t> de la vaccination au Kasaï</a:t>
            </a:r>
          </a:p>
          <a:p>
            <a:pPr marL="342900" lvl="0" indent="-342900">
              <a:buFont typeface="Arial" panose="020B0604020202020204" pitchFamily="34" charset="0"/>
              <a:buChar char="•"/>
            </a:pPr>
            <a:r>
              <a:rPr lang="fr-FR" sz="2000" noProof="0" dirty="0">
                <a:latin typeface="Times New Roman" panose="02020603050405020304"/>
                <a:ea typeface="Times New Roman" panose="02020603050405020304"/>
                <a:cs typeface="Times New Roman" panose="02020603050405020304"/>
                <a:sym typeface="Times New Roman" panose="02020603050405020304"/>
              </a:rPr>
              <a:t>Appui à la mise en œuvre de la campagne RR de qualité du bloc 2 et bloc 3</a:t>
            </a:r>
            <a:r>
              <a:rPr lang="fr-FR" sz="2000" dirty="0">
                <a:latin typeface="Times New Roman" panose="02020603050405020304"/>
                <a:ea typeface="Times New Roman" panose="02020603050405020304"/>
                <a:cs typeface="Times New Roman" panose="02020603050405020304"/>
                <a:sym typeface="Times New Roman" panose="02020603050405020304"/>
              </a:rPr>
              <a:t> , et le switch entre VAR et RR</a:t>
            </a:r>
            <a:endParaRPr lang="fr-FR" sz="2000" noProof="0" dirty="0">
              <a:latin typeface="Times New Roman" panose="02020603050405020304"/>
              <a:ea typeface="Times New Roman" panose="02020603050405020304"/>
              <a:cs typeface="Times New Roman" panose="02020603050405020304"/>
              <a:sym typeface="Times New Roman" panose="02020603050405020304"/>
            </a:endParaRPr>
          </a:p>
          <a:p>
            <a:pPr marL="800100" lvl="1" indent="-342900">
              <a:buFont typeface="Arial" panose="020B0604020202020204" pitchFamily="34" charset="0"/>
              <a:buChar char="•"/>
            </a:pPr>
            <a:r>
              <a:rPr lang="fr-FR" sz="2000" dirty="0">
                <a:latin typeface="Times New Roman" panose="02020603050405020304"/>
                <a:ea typeface="Times New Roman" panose="02020603050405020304"/>
                <a:cs typeface="Times New Roman" panose="02020603050405020304"/>
                <a:sym typeface="Times New Roman" panose="02020603050405020304"/>
              </a:rPr>
              <a:t>Poursuite de l’appui des acteurs par les AT (data, technique, génération de la demande, logistique)</a:t>
            </a:r>
          </a:p>
          <a:p>
            <a:pPr marL="800100" lvl="1" indent="-342900">
              <a:buFont typeface="Arial" panose="020B0604020202020204" pitchFamily="34" charset="0"/>
              <a:buChar char="•"/>
            </a:pPr>
            <a:r>
              <a:rPr lang="fr-FR" sz="2000" dirty="0">
                <a:latin typeface="Times New Roman" panose="02020603050405020304"/>
                <a:ea typeface="Times New Roman" panose="02020603050405020304"/>
                <a:cs typeface="Times New Roman" panose="02020603050405020304"/>
                <a:sym typeface="Times New Roman" panose="02020603050405020304"/>
              </a:rPr>
              <a:t>Intégration efficace et pratique des campagnes de vaccination RR et polio</a:t>
            </a:r>
            <a:endParaRPr lang="fr-FR" sz="2000" noProof="0" dirty="0">
              <a:latin typeface="Times New Roman" panose="02020603050405020304"/>
              <a:ea typeface="Times New Roman" panose="02020603050405020304"/>
              <a:cs typeface="Times New Roman" panose="02020603050405020304"/>
              <a:sym typeface="Times New Roman" panose="02020603050405020304"/>
            </a:endParaRPr>
          </a:p>
          <a:p>
            <a:pPr marL="342900" lvl="0" indent="-342900">
              <a:buFont typeface="Arial" panose="020B0604020202020204" pitchFamily="34" charset="0"/>
              <a:buChar char="•"/>
            </a:pPr>
            <a:r>
              <a:rPr lang="fr-FR" sz="2000" dirty="0">
                <a:latin typeface="Times New Roman" panose="02020603050405020304"/>
                <a:ea typeface="Times New Roman" panose="02020603050405020304"/>
                <a:cs typeface="Times New Roman" panose="02020603050405020304"/>
                <a:sym typeface="Times New Roman" panose="02020603050405020304"/>
              </a:rPr>
              <a:t>Appui aux campagnes réactives et préventives contre les cas de </a:t>
            </a:r>
            <a:r>
              <a:rPr lang="fr-FR" sz="2000" dirty="0" err="1">
                <a:latin typeface="Times New Roman" panose="02020603050405020304"/>
                <a:ea typeface="Times New Roman" panose="02020603050405020304"/>
                <a:cs typeface="Times New Roman" panose="02020603050405020304"/>
                <a:sym typeface="Times New Roman" panose="02020603050405020304"/>
              </a:rPr>
              <a:t>cVDPV</a:t>
            </a:r>
            <a:endParaRPr lang="fr-FR" sz="2000" dirty="0">
              <a:latin typeface="Times New Roman" panose="02020603050405020304"/>
              <a:ea typeface="Times New Roman" panose="02020603050405020304"/>
              <a:cs typeface="Times New Roman" panose="02020603050405020304"/>
              <a:sym typeface="Times New Roman" panose="02020603050405020304"/>
            </a:endParaRPr>
          </a:p>
          <a:p>
            <a:pPr marL="342900" lvl="0" indent="-342900">
              <a:buFont typeface="Arial" panose="020B0604020202020204" pitchFamily="34" charset="0"/>
              <a:buChar char="•"/>
            </a:pPr>
            <a:r>
              <a:rPr lang="fr-FR" sz="2000" dirty="0">
                <a:latin typeface="Times New Roman" panose="02020603050405020304"/>
                <a:ea typeface="Times New Roman" panose="02020603050405020304"/>
                <a:cs typeface="Times New Roman" panose="02020603050405020304"/>
                <a:sym typeface="Times New Roman" panose="02020603050405020304"/>
              </a:rPr>
              <a:t>Poursuite de l’évaluation des vaccins </a:t>
            </a:r>
            <a:r>
              <a:rPr lang="fr-FR" sz="2000" dirty="0" err="1">
                <a:latin typeface="Times New Roman" panose="02020603050405020304"/>
                <a:ea typeface="Times New Roman" panose="02020603050405020304"/>
                <a:cs typeface="Times New Roman" panose="02020603050405020304"/>
                <a:sym typeface="Times New Roman" panose="02020603050405020304"/>
              </a:rPr>
              <a:t>VPOb</a:t>
            </a:r>
            <a:r>
              <a:rPr lang="fr-FR" sz="2000" dirty="0">
                <a:latin typeface="Times New Roman" panose="02020603050405020304"/>
                <a:ea typeface="Times New Roman" panose="02020603050405020304"/>
                <a:cs typeface="Times New Roman" panose="02020603050405020304"/>
                <a:sym typeface="Times New Roman" panose="02020603050405020304"/>
              </a:rPr>
              <a:t> et VPOn2 après la </a:t>
            </a:r>
            <a:r>
              <a:rPr lang="fr-FR" sz="2000" dirty="0" err="1">
                <a:latin typeface="Times New Roman" panose="02020603050405020304"/>
                <a:ea typeface="Times New Roman" panose="02020603050405020304"/>
                <a:cs typeface="Times New Roman" panose="02020603050405020304"/>
                <a:sym typeface="Times New Roman" panose="02020603050405020304"/>
              </a:rPr>
              <a:t>co</a:t>
            </a:r>
            <a:r>
              <a:rPr lang="fr-FR" sz="2000" dirty="0">
                <a:latin typeface="Times New Roman" panose="02020603050405020304"/>
                <a:ea typeface="Times New Roman" panose="02020603050405020304"/>
                <a:cs typeface="Times New Roman" panose="02020603050405020304"/>
                <a:sym typeface="Times New Roman" panose="02020603050405020304"/>
              </a:rPr>
              <a:t>-administration</a:t>
            </a:r>
          </a:p>
          <a:p>
            <a:pPr marL="342900" lvl="0" indent="-342900">
              <a:buFont typeface="Arial" panose="020B0604020202020204" pitchFamily="34" charset="0"/>
              <a:buChar char="•"/>
            </a:pPr>
            <a:r>
              <a:rPr lang="fr-FR" sz="2000" noProof="0" dirty="0">
                <a:latin typeface="Times New Roman" panose="02020603050405020304"/>
                <a:ea typeface="Times New Roman" panose="02020603050405020304"/>
                <a:cs typeface="Times New Roman" panose="02020603050405020304"/>
                <a:sym typeface="Times New Roman" panose="02020603050405020304"/>
              </a:rPr>
              <a:t>Renforcement de la surveillance des MPV, surtout la rougeole et la rubéole</a:t>
            </a:r>
          </a:p>
          <a:p>
            <a:pPr marL="342900" lvl="0" indent="-342900" algn="l" rtl="0">
              <a:spcBef>
                <a:spcPts val="0"/>
              </a:spcBef>
              <a:spcAft>
                <a:spcPts val="0"/>
              </a:spcAft>
              <a:buFont typeface="Arial" panose="020B0604020202020204" pitchFamily="34" charset="0"/>
              <a:buChar char="•"/>
            </a:pPr>
            <a:r>
              <a:rPr lang="fr-FR" altLang="fr-CA" sz="2000" dirty="0">
                <a:latin typeface="Times New Roman" panose="02020603050405020304"/>
                <a:ea typeface="Times New Roman" panose="02020603050405020304"/>
                <a:cs typeface="Times New Roman" panose="02020603050405020304"/>
                <a:sym typeface="Times New Roman" panose="02020603050405020304"/>
              </a:rPr>
              <a:t>Extension et amélioration de l’approche de recherche des causes profondes des épidémies de rougeole:</a:t>
            </a:r>
          </a:p>
          <a:p>
            <a:pPr marL="800100" lvl="1" indent="-342900">
              <a:buFont typeface="Wingdings" panose="05000000000000000000" pitchFamily="2" charset="2"/>
              <a:buChar char="§"/>
            </a:pPr>
            <a:r>
              <a:rPr lang="fr-FR" altLang="fr-CA" sz="2000" dirty="0">
                <a:latin typeface="Times New Roman" panose="02020603050405020304"/>
                <a:ea typeface="Times New Roman" panose="02020603050405020304"/>
                <a:cs typeface="Times New Roman" panose="02020603050405020304"/>
                <a:sym typeface="Times New Roman" panose="02020603050405020304"/>
              </a:rPr>
              <a:t>Renforcement des capacités </a:t>
            </a:r>
            <a:r>
              <a:rPr lang="fr-CD" sz="2000" dirty="0"/>
              <a:t>à</a:t>
            </a:r>
            <a:r>
              <a:rPr lang="fr-FR" altLang="fr-CA" sz="2000" dirty="0">
                <a:latin typeface="Times New Roman" panose="02020603050405020304"/>
                <a:ea typeface="Times New Roman" panose="02020603050405020304"/>
                <a:cs typeface="Times New Roman" panose="02020603050405020304"/>
                <a:sym typeface="Times New Roman" panose="02020603050405020304"/>
              </a:rPr>
              <a:t> tous les niveaux</a:t>
            </a:r>
          </a:p>
          <a:p>
            <a:pPr marL="800100" lvl="1" indent="-342900">
              <a:buFont typeface="Wingdings" panose="05000000000000000000" pitchFamily="2" charset="2"/>
              <a:buChar char="§"/>
            </a:pPr>
            <a:r>
              <a:rPr lang="fr-FR" altLang="fr-CA" sz="2000" dirty="0">
                <a:latin typeface="Times New Roman" panose="02020603050405020304"/>
                <a:ea typeface="Times New Roman" panose="02020603050405020304"/>
                <a:cs typeface="Times New Roman" panose="02020603050405020304"/>
                <a:sym typeface="Times New Roman" panose="02020603050405020304"/>
              </a:rPr>
              <a:t>Appropriation de l’approche et des plans de redressement aux niveaux DPS, ZS, AS</a:t>
            </a:r>
          </a:p>
          <a:p>
            <a:pPr marL="342900" lvl="0" indent="-342900">
              <a:buFont typeface="Arial" panose="020B0604020202020204" pitchFamily="34" charset="0"/>
              <a:buChar char="•"/>
            </a:pPr>
            <a:r>
              <a:rPr lang="fr-FR" altLang="fr-CA" sz="2000" dirty="0">
                <a:latin typeface="Times New Roman" panose="02020603050405020304"/>
                <a:ea typeface="Times New Roman" panose="02020603050405020304"/>
                <a:cs typeface="Times New Roman" panose="02020603050405020304"/>
                <a:sym typeface="Times New Roman" panose="02020603050405020304"/>
              </a:rPr>
              <a:t>Soutien </a:t>
            </a:r>
            <a:r>
              <a:rPr lang="fr-CD" dirty="0"/>
              <a:t>à</a:t>
            </a:r>
            <a:r>
              <a:rPr lang="fr-FR" altLang="fr-CA" sz="2000" dirty="0">
                <a:latin typeface="Times New Roman" panose="02020603050405020304"/>
                <a:ea typeface="Times New Roman" panose="02020603050405020304"/>
                <a:cs typeface="Times New Roman" panose="02020603050405020304"/>
                <a:sym typeface="Times New Roman" panose="02020603050405020304"/>
              </a:rPr>
              <a:t> l’enquête de couverture vaccinale</a:t>
            </a:r>
          </a:p>
          <a:p>
            <a:pPr marL="342900" lvl="0" indent="-342900">
              <a:buFont typeface="Arial" panose="020B0604020202020204" pitchFamily="34" charset="0"/>
              <a:buChar char="•"/>
            </a:pPr>
            <a:r>
              <a:rPr lang="fr-FR" altLang="fr-CA" sz="2000" dirty="0">
                <a:latin typeface="Times New Roman" panose="02020603050405020304"/>
                <a:ea typeface="Times New Roman" panose="02020603050405020304"/>
                <a:cs typeface="Times New Roman" panose="02020603050405020304"/>
                <a:sym typeface="Times New Roman" panose="02020603050405020304"/>
              </a:rPr>
              <a:t>Etudes sur l’efficacité du vaccin ERVEBO et les aspects CREC de la vaccination contre Ebola dans le Kasaï</a:t>
            </a:r>
            <a:endParaRPr lang="en-US" altLang="fr-CA" sz="2000" dirty="0">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g3aabd3d1b2d_0_290"/>
          <p:cNvSpPr txBox="1"/>
          <p:nvPr/>
        </p:nvSpPr>
        <p:spPr>
          <a:xfrm>
            <a:off x="458592" y="317941"/>
            <a:ext cx="11274900" cy="7317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500"/>
              <a:buFont typeface="Arial" panose="020B0604020202020204"/>
              <a:buNone/>
            </a:pPr>
            <a:r>
              <a:rPr lang="fr-FR" sz="2700"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rPr>
              <a:t>Recommandations </a:t>
            </a:r>
          </a:p>
        </p:txBody>
      </p:sp>
      <p:sp>
        <p:nvSpPr>
          <p:cNvPr id="177" name="Google Shape;177;g3aabd3d1b2d_0_290"/>
          <p:cNvSpPr/>
          <p:nvPr/>
        </p:nvSpPr>
        <p:spPr>
          <a:xfrm>
            <a:off x="0" y="272241"/>
            <a:ext cx="235500" cy="655200"/>
          </a:xfrm>
          <a:prstGeom prst="rect">
            <a:avLst/>
          </a:prstGeom>
          <a:solidFill>
            <a:srgbClr val="1155CC"/>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900"/>
              <a:buFont typeface="Arial" panose="020B0604020202020204"/>
              <a:buNone/>
            </a:pPr>
            <a:endParaRPr sz="1900" b="0" i="0" u="none" strike="noStrike" cap="none">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8" name="Google Shape;178;g3aabd3d1b2d_0_290"/>
          <p:cNvSpPr txBox="1"/>
          <p:nvPr/>
        </p:nvSpPr>
        <p:spPr>
          <a:xfrm>
            <a:off x="267700" y="6492843"/>
            <a:ext cx="11414700" cy="184800"/>
          </a:xfrm>
          <a:prstGeom prst="rect">
            <a:avLst/>
          </a:prstGeom>
          <a:noFill/>
          <a:ln>
            <a:noFill/>
          </a:ln>
        </p:spPr>
        <p:txBody>
          <a:bodyPr spcFirstLastPara="1" wrap="square" lIns="0" tIns="0" rIns="121900" bIns="0" anchor="t" anchorCtr="0">
            <a:spAutoFit/>
          </a:bodyPr>
          <a:lstStyle/>
          <a:p>
            <a:pPr marL="0" marR="0" lvl="0" indent="0" algn="l" rtl="0">
              <a:lnSpc>
                <a:spcPct val="100000"/>
              </a:lnSpc>
              <a:spcBef>
                <a:spcPts val="0"/>
              </a:spcBef>
              <a:spcAft>
                <a:spcPts val="0"/>
              </a:spcAft>
              <a:buClr>
                <a:srgbClr val="000000"/>
              </a:buClr>
              <a:buSzPts val="1200"/>
              <a:buFont typeface="Arial" panose="020B0604020202020204"/>
              <a:buNone/>
            </a:pPr>
            <a:endParaRPr sz="1200" b="1"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9" name="Google Shape;179;g3aabd3d1b2d_0_290"/>
          <p:cNvSpPr txBox="1"/>
          <p:nvPr/>
        </p:nvSpPr>
        <p:spPr>
          <a:xfrm>
            <a:off x="11658600" y="6496067"/>
            <a:ext cx="228300" cy="1659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strike="noStrike" cap="none">
                <a:solidFill>
                  <a:srgbClr val="1155CC"/>
                </a:solidFill>
                <a:latin typeface="Arial" panose="020B0604020202020204"/>
                <a:ea typeface="Arial" panose="020B0604020202020204"/>
                <a:cs typeface="Arial" panose="020B0604020202020204"/>
                <a:sym typeface="Arial" panose="020B0604020202020204"/>
              </a:rPr>
              <a:t>12</a:t>
            </a:fld>
            <a:endParaRPr sz="1200" b="0" i="0" u="none" strike="noStrike" cap="none">
              <a:solidFill>
                <a:srgbClr val="1155CC"/>
              </a:solidFill>
              <a:latin typeface="Arial" panose="020B0604020202020204"/>
              <a:ea typeface="Arial" panose="020B0604020202020204"/>
              <a:cs typeface="Arial" panose="020B0604020202020204"/>
              <a:sym typeface="Arial" panose="020B0604020202020204"/>
            </a:endParaRPr>
          </a:p>
        </p:txBody>
      </p:sp>
      <p:cxnSp>
        <p:nvCxnSpPr>
          <p:cNvPr id="180" name="Google Shape;180;g3aabd3d1b2d_0_290"/>
          <p:cNvCxnSpPr/>
          <p:nvPr/>
        </p:nvCxnSpPr>
        <p:spPr>
          <a:xfrm>
            <a:off x="267700" y="6427967"/>
            <a:ext cx="11640300" cy="0"/>
          </a:xfrm>
          <a:prstGeom prst="straightConnector1">
            <a:avLst/>
          </a:prstGeom>
          <a:noFill/>
          <a:ln w="12700" cap="flat" cmpd="sng">
            <a:solidFill>
              <a:srgbClr val="9E9E9E"/>
            </a:solidFill>
            <a:prstDash val="solid"/>
            <a:round/>
            <a:headEnd type="none" w="sm" len="sm"/>
            <a:tailEnd type="none" w="sm" len="sm"/>
          </a:ln>
        </p:spPr>
      </p:cxnSp>
      <p:sp>
        <p:nvSpPr>
          <p:cNvPr id="181" name="Google Shape;181;g3aabd3d1b2d_0_290"/>
          <p:cNvSpPr/>
          <p:nvPr/>
        </p:nvSpPr>
        <p:spPr>
          <a:xfrm>
            <a:off x="458600" y="1323700"/>
            <a:ext cx="11356500" cy="4764900"/>
          </a:xfrm>
          <a:prstGeom prst="rect">
            <a:avLst/>
          </a:prstGeom>
          <a:solidFill>
            <a:schemeClr val="lt2"/>
          </a:solidFill>
          <a:ln w="9800" cap="flat" cmpd="sng">
            <a:solidFill>
              <a:schemeClr val="dk2"/>
            </a:solidFill>
            <a:prstDash val="solid"/>
            <a:round/>
            <a:headEnd type="none" w="sm" len="sm"/>
            <a:tailEnd type="none" w="sm" len="sm"/>
          </a:ln>
        </p:spPr>
        <p:txBody>
          <a:bodyPr spcFirstLastPara="1" wrap="square" lIns="94100" tIns="94100" rIns="94100" bIns="94100" anchor="ctr" anchorCtr="0">
            <a:noAutofit/>
          </a:bodyPr>
          <a:lstStyle/>
          <a:p>
            <a:pPr marL="342900" lvl="0" indent="-342900">
              <a:buFont typeface="Arial" panose="020B0604020202020204" pitchFamily="34" charset="0"/>
              <a:buChar char="•"/>
            </a:pPr>
            <a:r>
              <a:rPr lang="fr-FR" sz="2000" dirty="0">
                <a:latin typeface="Times New Roman" panose="02020603050405020304"/>
                <a:ea typeface="Times New Roman" panose="02020603050405020304"/>
                <a:cs typeface="Times New Roman" panose="02020603050405020304"/>
                <a:sym typeface="Times New Roman" panose="02020603050405020304"/>
              </a:rPr>
              <a:t>Mise en œuvre des blocs restants de la campagne RR + VPO dans les plus brefs délais</a:t>
            </a:r>
          </a:p>
          <a:p>
            <a:pPr marL="342900" indent="-342900">
              <a:buFont typeface="Arial" panose="020B0604020202020204" pitchFamily="34" charset="0"/>
              <a:buChar char="•"/>
            </a:pPr>
            <a:r>
              <a:rPr lang="fr-FR" sz="2000" dirty="0">
                <a:latin typeface="Times New Roman" panose="02020603050405020304"/>
                <a:ea typeface="Times New Roman" panose="02020603050405020304"/>
                <a:cs typeface="Times New Roman" panose="02020603050405020304"/>
                <a:sym typeface="Times New Roman" panose="02020603050405020304"/>
              </a:rPr>
              <a:t>Augmentation de l’exploitation des synergies entre la SIMR et la surveillance cas-par-cas de la rougeole et la rubéole</a:t>
            </a:r>
          </a:p>
          <a:p>
            <a:pPr marL="342900" lvl="0" indent="-342900">
              <a:buFont typeface="Arial" panose="020B0604020202020204" pitchFamily="34" charset="0"/>
              <a:buChar char="•"/>
            </a:pPr>
            <a:r>
              <a:rPr lang="fr-FR" sz="2000" dirty="0">
                <a:latin typeface="Times New Roman" panose="02020603050405020304"/>
                <a:ea typeface="Times New Roman" panose="02020603050405020304"/>
                <a:cs typeface="Times New Roman" panose="02020603050405020304"/>
                <a:sym typeface="Times New Roman" panose="02020603050405020304"/>
              </a:rPr>
              <a:t>Mise en œuvre des campagnes préventives contre le cholera</a:t>
            </a:r>
          </a:p>
          <a:p>
            <a:pPr marL="342900" lvl="0" indent="-342900">
              <a:buFont typeface="Arial" panose="020B0604020202020204" pitchFamily="34" charset="0"/>
              <a:buChar char="•"/>
            </a:pPr>
            <a:r>
              <a:rPr lang="fr-FR" sz="2000" dirty="0">
                <a:latin typeface="Times New Roman" panose="02020603050405020304"/>
                <a:ea typeface="Times New Roman" panose="02020603050405020304"/>
                <a:cs typeface="Times New Roman" panose="02020603050405020304"/>
                <a:sym typeface="Times New Roman" panose="02020603050405020304"/>
              </a:rPr>
              <a:t>Poursuite de la vaccination contre </a:t>
            </a:r>
            <a:r>
              <a:rPr lang="fr-FR" sz="2000" dirty="0" err="1">
                <a:latin typeface="Times New Roman" panose="02020603050405020304"/>
                <a:ea typeface="Times New Roman" panose="02020603050405020304"/>
                <a:cs typeface="Times New Roman" panose="02020603050405020304"/>
                <a:sym typeface="Times New Roman" panose="02020603050405020304"/>
              </a:rPr>
              <a:t>mpox</a:t>
            </a:r>
            <a:endParaRPr lang="fr-FR" sz="2000" dirty="0">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21"/>
        <p:cNvGrpSpPr/>
        <p:nvPr/>
      </p:nvGrpSpPr>
      <p:grpSpPr>
        <a:xfrm>
          <a:off x="0" y="0"/>
          <a:ext cx="0" cy="0"/>
          <a:chOff x="0" y="0"/>
          <a:chExt cx="0" cy="0"/>
        </a:xfrm>
      </p:grpSpPr>
      <p:sp>
        <p:nvSpPr>
          <p:cNvPr id="222" name="Google Shape;222;g3aabd3d1b2d_0_178"/>
          <p:cNvSpPr txBox="1"/>
          <p:nvPr/>
        </p:nvSpPr>
        <p:spPr>
          <a:xfrm>
            <a:off x="733100" y="1202135"/>
            <a:ext cx="10707600" cy="35763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3200"/>
              <a:buFont typeface="Arial" panose="020B0604020202020204"/>
              <a:buNone/>
            </a:pPr>
            <a:r>
              <a:rPr lang="en-US" sz="3200" b="1" i="0" u="none" strike="noStrike" cap="none">
                <a:solidFill>
                  <a:srgbClr val="0070C0"/>
                </a:solidFill>
                <a:latin typeface="Times New Roman" panose="02020603050405020304"/>
                <a:ea typeface="Times New Roman" panose="02020603050405020304"/>
                <a:cs typeface="Times New Roman" panose="02020603050405020304"/>
                <a:sym typeface="Times New Roman" panose="02020603050405020304"/>
              </a:rPr>
              <a:t>Merci</a:t>
            </a:r>
            <a:endParaRPr sz="3200" b="1" i="0" u="none" strike="noStrike" cap="none">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23" name="Google Shape;223;g3aabd3d1b2d_0_178"/>
          <p:cNvSpPr/>
          <p:nvPr/>
        </p:nvSpPr>
        <p:spPr>
          <a:xfrm>
            <a:off x="1588" y="2654952"/>
            <a:ext cx="4500900" cy="654900"/>
          </a:xfrm>
          <a:prstGeom prst="rect">
            <a:avLst/>
          </a:prstGeom>
          <a:solidFill>
            <a:srgbClr val="0070C0"/>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500"/>
              <a:buFont typeface="Arial" panose="020B0604020202020204"/>
              <a:buNone/>
            </a:pPr>
            <a:endParaRPr sz="15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24" name="Google Shape;224;g3aabd3d1b2d_0_178"/>
          <p:cNvSpPr/>
          <p:nvPr/>
        </p:nvSpPr>
        <p:spPr>
          <a:xfrm>
            <a:off x="7689667" y="2654952"/>
            <a:ext cx="4501500" cy="654900"/>
          </a:xfrm>
          <a:prstGeom prst="rect">
            <a:avLst/>
          </a:prstGeom>
          <a:solidFill>
            <a:srgbClr val="0070C0"/>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500"/>
              <a:buFont typeface="Arial" panose="020B0604020202020204"/>
              <a:buNone/>
            </a:pPr>
            <a:endParaRPr sz="15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ABLE_ENDDRAG_ORIGIN_RECT" val="884*382"/>
  <p:tag name="TABLE_ENDDRAG_RECT" val="35*93*884*382"/>
</p:tagLst>
</file>

<file path=ppt/tags/tag2.xml><?xml version="1.0" encoding="utf-8"?>
<p:tagLst xmlns:a="http://schemas.openxmlformats.org/drawingml/2006/main" xmlns:r="http://schemas.openxmlformats.org/officeDocument/2006/relationships" xmlns:p="http://schemas.openxmlformats.org/presentationml/2006/main">
  <p:tag name="TABLE_ENDDRAG_ORIGIN_RECT" val="899*355"/>
  <p:tag name="TABLE_ENDDRAG_RECT" val="36*120*900*355"/>
</p:tagLst>
</file>

<file path=ppt/tags/tag3.xml><?xml version="1.0" encoding="utf-8"?>
<p:tagLst xmlns:a="http://schemas.openxmlformats.org/drawingml/2006/main" xmlns:r="http://schemas.openxmlformats.org/officeDocument/2006/relationships" xmlns:p="http://schemas.openxmlformats.org/presentationml/2006/main">
  <p:tag name="TABLE_ENDDRAG_ORIGIN_RECT" val="899*355"/>
  <p:tag name="TABLE_ENDDRAG_RECT" val="36*120*900*355"/>
</p:tagLst>
</file>

<file path=ppt/tags/tag4.xml><?xml version="1.0" encoding="utf-8"?>
<p:tagLst xmlns:a="http://schemas.openxmlformats.org/drawingml/2006/main" xmlns:r="http://schemas.openxmlformats.org/officeDocument/2006/relationships" xmlns:p="http://schemas.openxmlformats.org/presentationml/2006/main">
  <p:tag name="TABLE_ENDDRAG_ORIGIN_RECT" val="882*362"/>
  <p:tag name="TABLE_ENDDRAG_RECT" val="36*103*882*362"/>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Calibri"/>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微软雅黑"/>
        <a:ea typeface=""/>
        <a:cs typeface=""/>
        <a:font script="Jpan" typeface="游ゴシック Light"/>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微软雅黑"/>
        <a:ea typeface=""/>
        <a:cs typeface=""/>
        <a:font script="Jpan" typeface="游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471</TotalTime>
  <Words>1033</Words>
  <Application>Microsoft Office PowerPoint</Application>
  <PresentationFormat>Grand écran</PresentationFormat>
  <Paragraphs>151</Paragraphs>
  <Slides>13</Slides>
  <Notes>13</Notes>
  <HiddenSlides>0</HiddenSlides>
  <MMClips>0</MMClips>
  <ScaleCrop>false</ScaleCrop>
  <HeadingPairs>
    <vt:vector size="6" baseType="variant">
      <vt:variant>
        <vt:lpstr>Polices utilisées</vt:lpstr>
      </vt:variant>
      <vt:variant>
        <vt:i4>6</vt:i4>
      </vt:variant>
      <vt:variant>
        <vt:lpstr>Thème</vt:lpstr>
      </vt:variant>
      <vt:variant>
        <vt:i4>1</vt:i4>
      </vt:variant>
      <vt:variant>
        <vt:lpstr>Titres des diapositives</vt:lpstr>
      </vt:variant>
      <vt:variant>
        <vt:i4>13</vt:i4>
      </vt:variant>
    </vt:vector>
  </HeadingPairs>
  <TitlesOfParts>
    <vt:vector size="20" baseType="lpstr">
      <vt:lpstr>微软雅黑</vt:lpstr>
      <vt:lpstr>Arial</vt:lpstr>
      <vt:lpstr>Calibri</vt:lpstr>
      <vt:lpstr>Calibri Light</vt:lpstr>
      <vt:lpstr>Times New Roman</vt:lpstr>
      <vt:lpstr>Wingdings</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USER</dc:creator>
  <cp:lastModifiedBy>Perry, Robert (CDC/GHC/GID)</cp:lastModifiedBy>
  <cp:revision>40</cp:revision>
  <dcterms:created xsi:type="dcterms:W3CDTF">2025-07-23T00:59:00Z</dcterms:created>
  <dcterms:modified xsi:type="dcterms:W3CDTF">2025-12-13T15:45:51Z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1036-12.2.0.23155</vt:lpwstr>
  </property>
  <property fmtid="{D5CDD505-2E9C-101B-9397-08002B2CF9AE}" pid="3" name="ICV">
    <vt:lpwstr>7B1E43FCB6934876B8E89E70B7276213_13</vt:lpwstr>
  </property>
  <property fmtid="{D5CDD505-2E9C-101B-9397-08002B2CF9AE}" pid="4" name="MSIP_Label_8af03ff0-41c5-4c41-b55e-fabb8fae94be_Enabled">
    <vt:lpwstr>true</vt:lpwstr>
  </property>
  <property fmtid="{D5CDD505-2E9C-101B-9397-08002B2CF9AE}" pid="5" name="MSIP_Label_8af03ff0-41c5-4c41-b55e-fabb8fae94be_SetDate">
    <vt:lpwstr>2025-12-11T18:04:39Z</vt:lpwstr>
  </property>
  <property fmtid="{D5CDD505-2E9C-101B-9397-08002B2CF9AE}" pid="6" name="MSIP_Label_8af03ff0-41c5-4c41-b55e-fabb8fae94be_Method">
    <vt:lpwstr>Privileged</vt:lpwstr>
  </property>
  <property fmtid="{D5CDD505-2E9C-101B-9397-08002B2CF9AE}" pid="7" name="MSIP_Label_8af03ff0-41c5-4c41-b55e-fabb8fae94be_Name">
    <vt:lpwstr>8af03ff0-41c5-4c41-b55e-fabb8fae94be</vt:lpwstr>
  </property>
  <property fmtid="{D5CDD505-2E9C-101B-9397-08002B2CF9AE}" pid="8" name="MSIP_Label_8af03ff0-41c5-4c41-b55e-fabb8fae94be_SiteId">
    <vt:lpwstr>9ce70869-60db-44fd-abe8-d2767077fc8f</vt:lpwstr>
  </property>
  <property fmtid="{D5CDD505-2E9C-101B-9397-08002B2CF9AE}" pid="9" name="MSIP_Label_8af03ff0-41c5-4c41-b55e-fabb8fae94be_ActionId">
    <vt:lpwstr>59c46e4d-8eee-46ca-b267-cd1860f38cc3</vt:lpwstr>
  </property>
  <property fmtid="{D5CDD505-2E9C-101B-9397-08002B2CF9AE}" pid="10" name="MSIP_Label_8af03ff0-41c5-4c41-b55e-fabb8fae94be_ContentBits">
    <vt:lpwstr>0</vt:lpwstr>
  </property>
  <property fmtid="{D5CDD505-2E9C-101B-9397-08002B2CF9AE}" pid="11" name="MSIP_Label_8af03ff0-41c5-4c41-b55e-fabb8fae94be_Tag">
    <vt:lpwstr>10, 0, 1, 1</vt:lpwstr>
  </property>
</Properties>
</file>