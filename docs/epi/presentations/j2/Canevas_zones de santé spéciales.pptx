
<file path=[Content_Types].xml><?xml version="1.0" encoding="utf-8"?>
<Types xmlns="http://schemas.openxmlformats.org/package/2006/content-types">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9" r:id="rId2"/>
  </p:sldMasterIdLst>
  <p:notesMasterIdLst>
    <p:notesMasterId r:id="rId14"/>
  </p:notesMasterIdLst>
  <p:handoutMasterIdLst>
    <p:handoutMasterId r:id="rId15"/>
  </p:handoutMasterIdLst>
  <p:sldIdLst>
    <p:sldId id="258" r:id="rId3"/>
    <p:sldId id="273" r:id="rId4"/>
    <p:sldId id="315" r:id="rId5"/>
    <p:sldId id="264" r:id="rId6"/>
    <p:sldId id="306" r:id="rId7"/>
    <p:sldId id="308" r:id="rId8"/>
    <p:sldId id="310" r:id="rId9"/>
    <p:sldId id="314" r:id="rId10"/>
    <p:sldId id="313" r:id="rId11"/>
    <p:sldId id="311" r:id="rId12"/>
    <p:sldId id="312" r:id="rId13"/>
  </p:sldIdLst>
  <p:sldSz cx="12192000" cy="6858000"/>
  <p:notesSz cx="7104063" cy="10234613"/>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31" userDrawn="1">
          <p15:clr>
            <a:srgbClr val="A4A3A4"/>
          </p15:clr>
        </p15:guide>
        <p15:guide id="2" pos="3839"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Nina Seminara" initials="NS" lastIdx="0" clrIdx="0"/>
  <p:cmAuthor id="2" name="Ashley Hartz" initials="AH" lastIdx="0" clrIdx="1"/>
  <p:cmAuthor id="3" name="Samera Zaidi" initials="SZ" lastIdx="0" clrIdx="2"/>
  <p:cmAuthor id="4" name="Kaitlin Love" initials="KL" lastIdx="0" clrIdx="3"/>
  <p:cmAuthor id="5" name="Jordan Freeman" initials="JF" lastIdx="0" clrIdx="4"/>
  <p:cmAuthor id="6" name="Leila Scott" initials="LS" lastIdx="0" clrIdx="5"/>
  <p:cmAuthor id="7" name="Mona Korsgard" initials="MK" lastIdx="0" clrIdx="6"/>
  <p:cmAuthor id="8" name="Emma Vincent" initials="EV" lastIdx="0" clrIdx="7"/>
  <p:cmAuthor id="9" name="Juan Andres Gil" initials="JAG" lastIdx="0" clrIdx="8"/>
  <p:cmAuthor id="10" name="Catherine Muller" initials="CM" lastIdx="0" clrIdx="9"/>
  <p:cmAuthor id="11" name="Cairn Verhulst" initials="CV" lastIdx="0" clrIdx="10"/>
  <p:cmAuthor id="12" name="Daniel Murphy" initials="DM" lastIdx="0" clrIdx="11"/>
  <p:cmAuthor id="13" name="Megan Bellinger" initials="MB" lastIdx="0" clrIdx="12"/>
  <p:cmAuthor id="14" name="Massimiliano Sani" initials="MS" lastIdx="0" clrIdx="13"/>
  <p:cmAuthor id="15" name="Jeremiah Chinodya" initials="JC" lastIdx="0" clrIdx="14"/>
  <p:cmAuthor id="16" name="Loveness Chimombe" initials="LC" lastIdx="0" clrIdx="15"/>
  <p:cmAuthor id="17" name="Hollis Henry" initials="HH" lastIdx="0" clrIdx="16"/>
  <p:cmAuthor id="18" name="UNICEF ESARO" initials="UNICEF" lastIdx="0" clrIdx="17"/>
  <p:cmAuthor id="19" name="Sanya Batra" initials="SB" lastIdx="0" clrIdx="18"/>
  <p:cmAuthor id="20" name="Marika Klein" initials="MK" lastIdx="0" clrIdx="19"/>
  <p:cmAuthor id="21" name="Seth Messinger" initials="SM" lastIdx="0" clrIdx="20"/>
  <p:cmAuthor id="22" name="Sandra Sonia Dupuy" initials="SSD" lastIdx="0" clrIdx="2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2B2B2"/>
    <a:srgbClr val="202020"/>
    <a:srgbClr val="323232"/>
    <a:srgbClr val="CC3300"/>
    <a:srgbClr val="CC0000"/>
    <a:srgbClr val="FF3300"/>
    <a:srgbClr val="990000"/>
    <a:srgbClr val="FF8D41"/>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278" autoAdjust="0"/>
    <p:restoredTop sz="94660"/>
  </p:normalViewPr>
  <p:slideViewPr>
    <p:cSldViewPr snapToGrid="0" showGuides="1">
      <p:cViewPr>
        <p:scale>
          <a:sx n="79" d="100"/>
          <a:sy n="79" d="100"/>
        </p:scale>
        <p:origin x="-492" y="-240"/>
      </p:cViewPr>
      <p:guideLst>
        <p:guide orient="horz" pos="2131"/>
        <p:guide pos="3839"/>
      </p:guideLst>
    </p:cSldViewPr>
  </p:slideViewPr>
  <p:notesTextViewPr>
    <p:cViewPr>
      <p:scale>
        <a:sx n="3" d="2"/>
        <a:sy n="3" d="2"/>
      </p:scale>
      <p:origin x="0" y="0"/>
    </p:cViewPr>
  </p:notesTextViewPr>
  <p:gridSpacing cx="72000" cy="720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handoutMaster" Target="handoutMasters/handoutMaster1.xml"/><Relationship Id="rId10" Type="http://schemas.openxmlformats.org/officeDocument/2006/relationships/slide" Target="slides/slide8.xml"/><Relationship Id="rId1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en-US"/>
          </a:p>
        </p:txBody>
      </p:sp>
      <p:sp>
        <p:nvSpPr>
          <p:cNvPr id="3" name="Date Placeholder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0F9B84EA-7D68-4D60-9CB1-D50884785D1C}" type="datetimeFigureOut">
              <a:rPr lang="en-US" smtClean="0"/>
              <a:t>12/8/2025</a:t>
            </a:fld>
            <a:endParaRPr lang="en-US"/>
          </a:p>
        </p:txBody>
      </p:sp>
      <p:sp>
        <p:nvSpPr>
          <p:cNvPr id="4" name="Footer Placeholder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en-US"/>
          </a:p>
        </p:txBody>
      </p:sp>
      <p:sp>
        <p:nvSpPr>
          <p:cNvPr id="5" name="Slide Number Placeholder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8D4E0FC9-F1F8-4FAE-9988-3BA365CFD46F}" type="slidenum">
              <a:rPr lang="en-US" smtClean="0"/>
              <a:t>‹N°›</a:t>
            </a:fld>
            <a:endParaRPr lang="en-US"/>
          </a:p>
        </p:txBody>
      </p:sp>
    </p:spTree>
    <p:extLst>
      <p:ext uri="{BB962C8B-B14F-4D97-AF65-F5344CB8AC3E}">
        <p14:creationId xmlns:p14="http://schemas.microsoft.com/office/powerpoint/2010/main" val="74582009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en-US"/>
          </a:p>
        </p:txBody>
      </p:sp>
      <p:sp>
        <p:nvSpPr>
          <p:cNvPr id="3" name="Slide Number Placeholder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D6C8D182-E4C8-4120-9249-FC9774456FFA}" type="datetimeFigureOut">
              <a:rPr lang="en-US" smtClean="0"/>
              <a:t>12/8/2025</a:t>
            </a:fld>
            <a:endParaRPr lang="en-US"/>
          </a:p>
        </p:txBody>
      </p:sp>
      <p:sp>
        <p:nvSpPr>
          <p:cNvPr id="4" name="Slide Image Placehoder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en-US"/>
          </a:p>
        </p:txBody>
      </p:sp>
      <p:sp>
        <p:nvSpPr>
          <p:cNvPr id="5" name="Note Placeholder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85D0DACE-38E0-42D2-9336-2B707D34BC6D}" type="slidenum">
              <a:rPr lang="en-US" smtClean="0"/>
              <a:t>‹N°›</a:t>
            </a:fld>
            <a:endParaRPr lang="en-US"/>
          </a:p>
        </p:txBody>
      </p:sp>
    </p:spTree>
    <p:extLst>
      <p:ext uri="{BB962C8B-B14F-4D97-AF65-F5344CB8AC3E}">
        <p14:creationId xmlns:p14="http://schemas.microsoft.com/office/powerpoint/2010/main" val="33863180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4" name="Google Shape;164;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4" name="Google Shape;164;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3295a8824d0_0_0: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9" name="Google Shape;219;g3295a8824d0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panose="020F0502020204030204"/>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3295a8824d0_0_0: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9" name="Google Shape;219;g3295a8824d0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panose="020F0502020204030204"/>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3295a8824d0_0_0: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9" name="Google Shape;219;g3295a8824d0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panose="020F0502020204030204"/>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322962"/>
            <a:ext cx="9144000" cy="2187001"/>
          </a:xfrm>
        </p:spPr>
        <p:txBody>
          <a:bodyPr anchor="b">
            <a:normAutofit/>
          </a:bodyPr>
          <a:lstStyle>
            <a:lvl1pPr algn="ctr">
              <a:lnSpc>
                <a:spcPct val="130000"/>
              </a:lnSpc>
              <a:defRPr sz="6000">
                <a:effectLst/>
                <a:latin typeface="Calibri Light" panose="020F0302020204030204" pitchFamily="34" charset="0"/>
              </a:defRPr>
            </a:lvl1pPr>
          </a:lstStyle>
          <a:p>
            <a:r>
              <a:rPr lang="en-US" dirty="0" smtClean="0"/>
              <a:t>Click to edit Master title style</a:t>
            </a:r>
            <a:endParaRPr lang="en-US" dirty="0"/>
          </a:p>
        </p:txBody>
      </p:sp>
      <p:sp>
        <p:nvSpPr>
          <p:cNvPr id="4" name="Date Placeholder  3"/>
          <p:cNvSpPr>
            <a:spLocks noGrp="1"/>
          </p:cNvSpPr>
          <p:nvPr>
            <p:ph type="dt" sz="half" idx="10"/>
          </p:nvPr>
        </p:nvSpPr>
        <p:spPr/>
        <p:txBody>
          <a:bodyPr/>
          <a:lstStyle/>
          <a:p>
            <a:fld id="{760FBDFE-C587-4B4C-A407-44438C67B59E}" type="datetimeFigureOut">
              <a:rPr lang="en-US" smtClean="0"/>
              <a:t>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AE70B2-8BF9-45C0-BB95-33D1B9D3A854}" type="slidenum">
              <a:rPr lang="en-US" smtClean="0"/>
              <a:t>‹N°›</a:t>
            </a:fld>
            <a:endParaRPr lang="en-US"/>
          </a:p>
        </p:txBody>
      </p:sp>
      <p:sp>
        <p:nvSpPr>
          <p:cNvPr id="3" name="Subtitle 2"/>
          <p:cNvSpPr>
            <a:spLocks noGrp="1"/>
          </p:cNvSpPr>
          <p:nvPr>
            <p:ph type="subTitle" idx="1"/>
          </p:nvPr>
        </p:nvSpPr>
        <p:spPr>
          <a:xfrm>
            <a:off x="1524000" y="3602038"/>
            <a:ext cx="9144000" cy="1655762"/>
          </a:xfrm>
        </p:spPr>
        <p:txBody>
          <a:bodyPr>
            <a:normAutofit/>
          </a:bodyPr>
          <a:lstStyle>
            <a:lvl1pPr marL="0" indent="0" algn="ctr">
              <a:buNone/>
              <a:defRPr sz="2400">
                <a:solidFill>
                  <a:schemeClr val="tx1">
                    <a:lumMod val="75000"/>
                    <a:lumOff val="25000"/>
                  </a:schemeClr>
                </a:solidFill>
                <a:effectLst/>
                <a:latin typeface="Calibri Light" panose="020F0302020204030204" pitchFamily="34" charset="0"/>
                <a:ea typeface="+mj-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smtClean="0"/>
              <a:t>Click to edit Master subtitle style</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47700" y="258445"/>
            <a:ext cx="10515600" cy="1325563"/>
          </a:xfrm>
        </p:spPr>
        <p:txBody>
          <a:bodyPr anchor="ctr" anchorCtr="0">
            <a:normAutofit/>
          </a:bodyPr>
          <a:lstStyle>
            <a:lvl1pPr>
              <a:defRPr sz="4400" b="1">
                <a:effectLst/>
                <a:latin typeface="Calibri Light" panose="020F0302020204030204" pitchFamily="34" charset="0"/>
              </a:defRPr>
            </a:lvl1pPr>
          </a:lstStyle>
          <a:p>
            <a:r>
              <a:rPr lang="en-US" dirty="0" smtClean="0"/>
              <a:t>Click to edit Master title style</a:t>
            </a:r>
            <a:endParaRPr lang="en-US" dirty="0"/>
          </a:p>
        </p:txBody>
      </p:sp>
      <p:sp>
        <p:nvSpPr>
          <p:cNvPr id="3" name="Content Placeholder 2"/>
          <p:cNvSpPr>
            <a:spLocks noGrp="1"/>
          </p:cNvSpPr>
          <p:nvPr>
            <p:ph idx="1"/>
          </p:nvPr>
        </p:nvSpPr>
        <p:spPr>
          <a:xfrm>
            <a:off x="647700" y="1825625"/>
            <a:ext cx="10515600" cy="4351338"/>
          </a:xfrm>
        </p:spPr>
        <p:txBody>
          <a:bodyPr>
            <a:normAutofit/>
          </a:bodyPr>
          <a:lstStyle>
            <a:lvl1pPr>
              <a:defRPr sz="2800">
                <a:solidFill>
                  <a:schemeClr val="tx1">
                    <a:lumMod val="75000"/>
                    <a:lumOff val="25000"/>
                  </a:schemeClr>
                </a:solidFill>
                <a:latin typeface="Calibri Light" panose="020F0302020204030204" pitchFamily="34" charset="0"/>
                <a:cs typeface="Calibri Light" panose="020F0302020204030204" pitchFamily="34" charset="0"/>
              </a:defRPr>
            </a:lvl1pPr>
            <a:lvl2pPr>
              <a:defRPr sz="2400">
                <a:solidFill>
                  <a:schemeClr val="tx1">
                    <a:lumMod val="75000"/>
                    <a:lumOff val="25000"/>
                  </a:schemeClr>
                </a:solidFill>
                <a:latin typeface="Calibri Light" panose="020F0302020204030204" pitchFamily="34" charset="0"/>
                <a:cs typeface="Calibri Light" panose="020F0302020204030204" pitchFamily="34" charset="0"/>
              </a:defRPr>
            </a:lvl2pPr>
            <a:lvl3pPr>
              <a:defRPr sz="2000">
                <a:solidFill>
                  <a:schemeClr val="tx1">
                    <a:lumMod val="75000"/>
                    <a:lumOff val="25000"/>
                  </a:schemeClr>
                </a:solidFill>
                <a:latin typeface="Calibri Light" panose="020F0302020204030204" pitchFamily="34" charset="0"/>
                <a:cs typeface="Calibri Light" panose="020F0302020204030204" pitchFamily="34" charset="0"/>
              </a:defRPr>
            </a:lvl3pPr>
            <a:lvl4pPr>
              <a:defRPr sz="1800">
                <a:solidFill>
                  <a:schemeClr val="tx1">
                    <a:lumMod val="75000"/>
                    <a:lumOff val="25000"/>
                  </a:schemeClr>
                </a:solidFill>
                <a:latin typeface="Calibri Light" panose="020F0302020204030204" pitchFamily="34" charset="0"/>
                <a:cs typeface="Calibri Light" panose="020F0302020204030204" pitchFamily="34" charset="0"/>
              </a:defRPr>
            </a:lvl4pPr>
            <a:lvl5pPr>
              <a:defRPr sz="1800">
                <a:solidFill>
                  <a:schemeClr val="tx1">
                    <a:lumMod val="75000"/>
                    <a:lumOff val="25000"/>
                  </a:schemeClr>
                </a:solidFill>
                <a:latin typeface="Calibri Light" panose="020F0302020204030204" pitchFamily="34" charset="0"/>
                <a:cs typeface="Calibri Light" panose="020F0302020204030204" pitchFamily="34" charset="0"/>
              </a:defRPr>
            </a:lvl5pPr>
          </a:lstStyle>
          <a:p>
            <a:pPr lvl="0"/>
            <a:r>
              <a:rPr lang="en-US" dirty="0" smtClean="0"/>
              <a:t>Click to edit Master text styles</a:t>
            </a:r>
          </a:p>
          <a:p>
            <a:pPr lvl="1"/>
            <a:r>
              <a:rPr lang="en-US" dirty="0"/>
              <a:t>Second level </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760FBDFE-C587-4B4C-A407-44438C67B59E}" type="datetimeFigureOut">
              <a:rPr lang="en-US" smtClean="0"/>
              <a:t>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AE70B2-8BF9-45C0-BB95-33D1B9D3A854}" type="slidenum">
              <a:rPr lang="en-US" smtClean="0"/>
              <a:t>‹N°›</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3750945"/>
            <a:ext cx="9843135" cy="811530"/>
          </a:xfrm>
        </p:spPr>
        <p:txBody>
          <a:bodyPr anchor="b">
            <a:noAutofit/>
          </a:bodyPr>
          <a:lstStyle>
            <a:lvl1pPr>
              <a:defRPr sz="6000">
                <a:effectLst/>
              </a:defRPr>
            </a:lvl1pPr>
          </a:lstStyle>
          <a:p>
            <a:r>
              <a:rPr lang="en-US" dirty="0" smtClean="0">
                <a:sym typeface="+mn-ea"/>
              </a:rPr>
              <a:t>Click to edit Master title style</a:t>
            </a:r>
          </a:p>
        </p:txBody>
      </p:sp>
      <p:sp>
        <p:nvSpPr>
          <p:cNvPr id="3" name="Text Placeholder 2"/>
          <p:cNvSpPr>
            <a:spLocks noGrp="1"/>
          </p:cNvSpPr>
          <p:nvPr>
            <p:ph type="body" idx="1"/>
          </p:nvPr>
        </p:nvSpPr>
        <p:spPr>
          <a:xfrm>
            <a:off x="831850" y="4610028"/>
            <a:ext cx="7321550" cy="647555"/>
          </a:xfrm>
        </p:spPr>
        <p:txBody>
          <a:bodyPr>
            <a:noAutofit/>
          </a:bodyPr>
          <a:lstStyle>
            <a:lvl1pPr marL="0" indent="0">
              <a:buNone/>
              <a:defRPr sz="24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Slide Number Placeholder 3"/>
          <p:cNvSpPr>
            <a:spLocks noGrp="1"/>
          </p:cNvSpPr>
          <p:nvPr>
            <p:ph type="dt" sz="half" idx="10"/>
          </p:nvPr>
        </p:nvSpPr>
        <p:spPr/>
        <p:txBody>
          <a:bodyPr/>
          <a:lstStyle/>
          <a:p>
            <a:fld id="{760FBDFE-C587-4B4C-A407-44438C67B59E}" type="datetimeFigureOut">
              <a:rPr lang="en-US" smtClean="0"/>
              <a:t>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AE70B2-8BF9-45C0-BB95-33D1B9D3A854}" type="slidenum">
              <a:rPr lang="en-US" smtClean="0"/>
              <a:t>‹N°›</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47700" y="258445"/>
            <a:ext cx="10515600" cy="1325563"/>
          </a:xfrm>
        </p:spPr>
        <p:txBody>
          <a:bodyPr>
            <a:normAutofit/>
          </a:bodyPr>
          <a:lstStyle>
            <a:lvl1pPr>
              <a:defRPr sz="4400" b="0" i="0">
                <a:effectLst/>
              </a:defRPr>
            </a:lvl1pPr>
          </a:lstStyle>
          <a:p>
            <a:r>
              <a:rPr lang="en-US" dirty="0" smtClean="0">
                <a:sym typeface="+mn-ea"/>
              </a:rPr>
              <a:t>Click to edit Master title style</a:t>
            </a:r>
            <a:endParaRPr lang="en-US" dirty="0"/>
          </a:p>
        </p:txBody>
      </p:sp>
      <p:sp>
        <p:nvSpPr>
          <p:cNvPr id="3" name="Content Placeholder 2"/>
          <p:cNvSpPr>
            <a:spLocks noGrp="1"/>
          </p:cNvSpPr>
          <p:nvPr>
            <p:ph sz="half" idx="1"/>
          </p:nvPr>
        </p:nvSpPr>
        <p:spPr>
          <a:xfrm>
            <a:off x="647700" y="1825625"/>
            <a:ext cx="5181600" cy="4351338"/>
          </a:xfrm>
        </p:spPr>
        <p:txBody>
          <a:bodyPr>
            <a:normAutofit/>
          </a:bodyPr>
          <a:lstStyle>
            <a:lvl1pPr>
              <a:lnSpc>
                <a:spcPct val="150000"/>
              </a:lnSpc>
              <a:defRPr sz="2800">
                <a:solidFill>
                  <a:schemeClr val="tx1">
                    <a:lumMod val="75000"/>
                    <a:lumOff val="25000"/>
                  </a:schemeClr>
                </a:solidFill>
                <a:latin typeface="Calibri Light" panose="020F0302020204030204" pitchFamily="34" charset="0"/>
                <a:cs typeface="Calibri Light" panose="020F0302020204030204" pitchFamily="34" charset="0"/>
              </a:defRPr>
            </a:lvl1pPr>
            <a:lvl2pPr>
              <a:lnSpc>
                <a:spcPct val="150000"/>
              </a:lnSpc>
              <a:defRPr sz="2400">
                <a:solidFill>
                  <a:schemeClr val="tx1">
                    <a:lumMod val="75000"/>
                    <a:lumOff val="25000"/>
                  </a:schemeClr>
                </a:solidFill>
                <a:latin typeface="Calibri Light" panose="020F0302020204030204" pitchFamily="34" charset="0"/>
                <a:cs typeface="Calibri Light" panose="020F0302020204030204" pitchFamily="34" charset="0"/>
              </a:defRPr>
            </a:lvl2pPr>
            <a:lvl3pPr>
              <a:lnSpc>
                <a:spcPct val="150000"/>
              </a:lnSpc>
              <a:defRPr sz="2000">
                <a:solidFill>
                  <a:schemeClr val="tx1">
                    <a:lumMod val="75000"/>
                    <a:lumOff val="25000"/>
                  </a:schemeClr>
                </a:solidFill>
                <a:latin typeface="Calibri Light" panose="020F0302020204030204" pitchFamily="34" charset="0"/>
                <a:cs typeface="Calibri Light" panose="020F0302020204030204" pitchFamily="34" charset="0"/>
              </a:defRPr>
            </a:lvl3pPr>
            <a:lvl4pPr>
              <a:lnSpc>
                <a:spcPct val="150000"/>
              </a:lnSpc>
              <a:defRPr sz="1800">
                <a:solidFill>
                  <a:schemeClr val="tx1">
                    <a:lumMod val="75000"/>
                    <a:lumOff val="25000"/>
                  </a:schemeClr>
                </a:solidFill>
                <a:latin typeface="Calibri Light" panose="020F0302020204030204" pitchFamily="34" charset="0"/>
                <a:cs typeface="Calibri Light" panose="020F0302020204030204" pitchFamily="34" charset="0"/>
              </a:defRPr>
            </a:lvl4pPr>
            <a:lvl5pPr>
              <a:lnSpc>
                <a:spcPct val="150000"/>
              </a:lnSpc>
              <a:defRPr sz="1800">
                <a:solidFill>
                  <a:schemeClr val="tx1">
                    <a:lumMod val="75000"/>
                    <a:lumOff val="25000"/>
                  </a:schemeClr>
                </a:solidFill>
                <a:latin typeface="Calibri Light" panose="020F0302020204030204" pitchFamily="34" charset="0"/>
                <a:cs typeface="Calibri Light" panose="020F0302020204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5981700" y="1825625"/>
            <a:ext cx="5181600" cy="4351338"/>
          </a:xfrm>
        </p:spPr>
        <p:txBody>
          <a:bodyPr>
            <a:normAutofit/>
          </a:bodyPr>
          <a:lstStyle>
            <a:lvl1pPr>
              <a:lnSpc>
                <a:spcPct val="150000"/>
              </a:lnSpc>
              <a:defRPr kumimoji="0" lang="en-US" sz="2800" b="0" i="0" u="none" strike="noStrike" kern="1200" cap="none" spc="0" normalizeH="0" baseline="0" noProof="1" dirty="0">
                <a:solidFill>
                  <a:schemeClr val="tx1">
                    <a:lumMod val="75000"/>
                    <a:lumOff val="25000"/>
                  </a:schemeClr>
                </a:solidFill>
                <a:latin typeface="Calibri Light" panose="020F0302020204030204" pitchFamily="34" charset="0"/>
                <a:ea typeface="+mn-ea"/>
                <a:cs typeface="+mn-cs"/>
              </a:defRPr>
            </a:lvl1pPr>
            <a:lvl2pPr>
              <a:lnSpc>
                <a:spcPct val="150000"/>
              </a:lnSpc>
              <a:defRPr sz="2400">
                <a:solidFill>
                  <a:schemeClr val="tx1">
                    <a:lumMod val="75000"/>
                    <a:lumOff val="25000"/>
                  </a:schemeClr>
                </a:solidFill>
              </a:defRPr>
            </a:lvl2pPr>
            <a:lvl3pPr>
              <a:lnSpc>
                <a:spcPct val="150000"/>
              </a:lnSpc>
              <a:defRPr sz="2000">
                <a:solidFill>
                  <a:schemeClr val="tx1">
                    <a:lumMod val="75000"/>
                    <a:lumOff val="25000"/>
                  </a:schemeClr>
                </a:solidFill>
              </a:defRPr>
            </a:lvl3pPr>
            <a:lvl4pPr>
              <a:lnSpc>
                <a:spcPct val="150000"/>
              </a:lnSpc>
              <a:defRPr sz="2000">
                <a:solidFill>
                  <a:schemeClr val="tx1">
                    <a:lumMod val="75000"/>
                    <a:lumOff val="25000"/>
                  </a:schemeClr>
                </a:solidFill>
              </a:defRPr>
            </a:lvl4pPr>
            <a:lvl5pPr>
              <a:lnSpc>
                <a:spcPct val="150000"/>
              </a:lnSpc>
              <a:defRPr sz="2000">
                <a:solidFill>
                  <a:schemeClr val="tx1">
                    <a:lumMod val="75000"/>
                    <a:lumOff val="25000"/>
                  </a:schemeClr>
                </a:solidFill>
              </a:defRPr>
            </a:lvl5pPr>
          </a:lstStyle>
          <a:p>
            <a:pPr lvl="0"/>
            <a:r>
              <a:rPr lang="en-US" dirty="0"/>
              <a:t>Click to edit Master text styles</a:t>
            </a:r>
          </a:p>
          <a:p>
            <a:pPr lvl="1"/>
            <a:r>
              <a:rPr lang="en-US" dirty="0">
                <a:sym typeface="+mn-ea"/>
              </a:rPr>
              <a:t>Second level</a:t>
            </a:r>
            <a:endParaRPr lang="en-US" dirty="0"/>
          </a:p>
          <a:p>
            <a:pPr lvl="2"/>
            <a:r>
              <a:rPr lang="en-US" dirty="0">
                <a:sym typeface="+mn-ea"/>
              </a:rPr>
              <a:t>Third level</a:t>
            </a:r>
            <a:endParaRPr lang="en-US" dirty="0"/>
          </a:p>
          <a:p>
            <a:pPr lvl="3"/>
            <a:r>
              <a:rPr lang="en-US" dirty="0">
                <a:sym typeface="+mn-ea"/>
              </a:rPr>
              <a:t>Fourth level</a:t>
            </a:r>
            <a:endParaRPr lang="en-US" dirty="0"/>
          </a:p>
          <a:p>
            <a:pPr lvl="4"/>
            <a:r>
              <a:rPr lang="en-US" dirty="0">
                <a:sym typeface="+mn-ea"/>
              </a:rPr>
              <a:t>Fifth level</a:t>
            </a:r>
            <a:endParaRPr lang="en-US" dirty="0"/>
          </a:p>
        </p:txBody>
      </p:sp>
      <p:sp>
        <p:nvSpPr>
          <p:cNvPr id="5" name="Date Placeholder 4"/>
          <p:cNvSpPr>
            <a:spLocks noGrp="1"/>
          </p:cNvSpPr>
          <p:nvPr>
            <p:ph type="dt" sz="half" idx="10"/>
          </p:nvPr>
        </p:nvSpPr>
        <p:spPr/>
        <p:txBody>
          <a:bodyPr/>
          <a:lstStyle/>
          <a:p>
            <a:fld id="{760FBDFE-C587-4B4C-A407-44438C67B59E}" type="datetimeFigureOut">
              <a:rPr lang="en-US" smtClean="0"/>
              <a:t>12/8/2025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9AE70B2-8BF9-45C0-BB95-33D1B9D3A854}" type="slidenum">
              <a:rPr lang="en-US" smtClean="0"/>
              <a:t>‹N°›</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lvl1pPr>
              <a:defRPr sz="4400"/>
            </a:lvl1pPr>
          </a:lstStyle>
          <a:p>
            <a:r>
              <a:rPr lang="en-US" dirty="0" smtClean="0">
                <a:sym typeface="+mn-ea"/>
              </a:rPr>
              <a:t>Click to edit Master title style</a:t>
            </a:r>
            <a:endParaRPr lang="en-US"/>
          </a:p>
        </p:txBody>
      </p:sp>
      <p:sp>
        <p:nvSpPr>
          <p:cNvPr id="3" name="Text Placeholder 2"/>
          <p:cNvSpPr>
            <a:spLocks noGrp="1"/>
          </p:cNvSpPr>
          <p:nvPr>
            <p:ph type="body" idx="1"/>
          </p:nvPr>
        </p:nvSpPr>
        <p:spPr>
          <a:xfrm>
            <a:off x="839788" y="1744961"/>
            <a:ext cx="5157787" cy="823912"/>
          </a:xfrm>
        </p:spPr>
        <p:txBody>
          <a:bodyPr anchor="b"/>
          <a:lstStyle>
            <a:lvl1pPr marL="0" indent="0">
              <a:buNone/>
              <a:defRPr sz="2400" b="1">
                <a:latin typeface="Calibri Light" panose="020F0302020204030204" pitchFamily="34" charset="0"/>
                <a:cs typeface="Calibri Light" panose="020F030202020403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839788" y="2615609"/>
            <a:ext cx="5157787" cy="357405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文本占位符 4"/>
          <p:cNvSpPr>
            <a:spLocks noGrp="1"/>
          </p:cNvSpPr>
          <p:nvPr>
            <p:ph type="body" sz="quarter" idx="3"/>
          </p:nvPr>
        </p:nvSpPr>
        <p:spPr>
          <a:xfrm>
            <a:off x="6172200" y="1744961"/>
            <a:ext cx="5183188" cy="823912"/>
          </a:xfrm>
        </p:spPr>
        <p:txBody>
          <a:bodyPr anchor="b"/>
          <a:lstStyle>
            <a:lvl1pPr marL="0" indent="0">
              <a:buNone/>
              <a:defRPr sz="2400" b="1">
                <a:latin typeface="Calibri Light" panose="020F0302020204030204" pitchFamily="34" charset="0"/>
                <a:cs typeface="Calibri Light" panose="020F030202020403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内容占位符 5"/>
          <p:cNvSpPr>
            <a:spLocks noGrp="1"/>
          </p:cNvSpPr>
          <p:nvPr>
            <p:ph sz="quarter" idx="4"/>
          </p:nvPr>
        </p:nvSpPr>
        <p:spPr>
          <a:xfrm>
            <a:off x="6172200" y="2615609"/>
            <a:ext cx="5183188" cy="3574054"/>
          </a:xfrm>
        </p:spPr>
        <p:txBody>
          <a:bodyPr/>
          <a:lstStyle/>
          <a:p>
            <a:pPr lvl="0"/>
            <a:r>
              <a:rPr lang="en-US" dirty="0">
                <a:sym typeface="+mn-ea"/>
              </a:rPr>
              <a:t>Click to edit Master text styles</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760FBDFE-C587-4B4C-A407-44438C67B59E}" type="datetimeFigureOut">
              <a:rPr lang="en-US" smtClean="0"/>
              <a:t>12/8/2025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9AE70B2-8BF9-45C0-BB95-33D1B9D3A854}" type="slidenum">
              <a:rPr lang="en-US" smtClean="0"/>
              <a:t>‹N°›</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2766219"/>
            <a:ext cx="10515600" cy="1325563"/>
          </a:xfrm>
        </p:spPr>
        <p:txBody>
          <a:bodyPr>
            <a:normAutofit/>
          </a:bodyPr>
          <a:lstStyle>
            <a:lvl1pPr algn="ctr">
              <a:defRPr sz="4400" b="0">
                <a:effectLst/>
                <a:latin typeface="Calibri Light" panose="020F0302020204030204" pitchFamily="34" charset="0"/>
                <a:cs typeface="Calibri Light" panose="020F0302020204030204" pitchFamily="34" charset="0"/>
              </a:defRPr>
            </a:lvl1pPr>
          </a:lstStyle>
          <a:p>
            <a:r>
              <a:rPr lang="en-US" dirty="0"/>
              <a:t>Click to edit Master title style</a:t>
            </a:r>
          </a:p>
        </p:txBody>
      </p:sp>
      <p:sp>
        <p:nvSpPr>
          <p:cNvPr id="3" name="Date Placeholder 2"/>
          <p:cNvSpPr>
            <a:spLocks noGrp="1"/>
          </p:cNvSpPr>
          <p:nvPr>
            <p:ph type="dt" sz="half" idx="10"/>
          </p:nvPr>
        </p:nvSpPr>
        <p:spPr/>
        <p:txBody>
          <a:bodyPr/>
          <a:lstStyle/>
          <a:p>
            <a:fld id="{760FBDFE-C587-4B4C-A407-44438C67B59E}" type="datetimeFigureOut">
              <a:rPr lang="en-US" smtClean="0"/>
              <a:t>12/8/2025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9AE70B2-8BF9-45C0-BB95-33D1B9D3A854}" type="slidenum">
              <a:rPr lang="en-US" smtClean="0"/>
              <a:t>‹N°›</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60FBDFE-C587-4B4C-A407-44438C67B59E}" type="datetimeFigureOut">
              <a:rPr lang="en-US" smtClean="0"/>
              <a:t>12/8/2025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9AE70B2-8BF9-45C0-BB95-33D1B9D3A854}" type="slidenum">
              <a:rPr lang="en-US" smtClean="0"/>
              <a:t>‹N°›</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46747" y="127000"/>
            <a:ext cx="4165200" cy="1600200"/>
          </a:xfrm>
        </p:spPr>
        <p:txBody>
          <a:bodyPr anchor="ctr" anchorCtr="0">
            <a:normAutofit/>
          </a:bodyPr>
          <a:lstStyle>
            <a:lvl1pPr>
              <a:defRPr sz="3200" b="0">
                <a:effectLst/>
                <a:latin typeface="Calibri Light" panose="020F0302020204030204" pitchFamily="34" charset="0"/>
                <a:cs typeface="Calibri Light" panose="020F0302020204030204" pitchFamily="34" charset="0"/>
              </a:defRPr>
            </a:lvl1pPr>
          </a:lstStyle>
          <a:p>
            <a:r>
              <a:rPr lang="en-US" dirty="0"/>
              <a:t>Click to edit Master title style</a:t>
            </a:r>
          </a:p>
        </p:txBody>
      </p:sp>
      <p:sp>
        <p:nvSpPr>
          <p:cNvPr id="3" name="Picture Placeholder 2"/>
          <p:cNvSpPr>
            <a:spLocks noGrp="1" noChangeAspect="1"/>
          </p:cNvSpPr>
          <p:nvPr>
            <p:ph type="pic" idx="1"/>
          </p:nvPr>
        </p:nvSpPr>
        <p:spPr>
          <a:xfrm>
            <a:off x="5184000" y="766354"/>
            <a:ext cx="5817375" cy="509444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651827" y="2057400"/>
            <a:ext cx="4165200" cy="3811588"/>
          </a:xfrm>
        </p:spPr>
        <p:txBody>
          <a:bodyPr>
            <a:normAutofit/>
          </a:bodyPr>
          <a:lstStyle>
            <a:lvl1pPr marL="0" indent="0">
              <a:lnSpc>
                <a:spcPct val="150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9EFD9D74-47D9-4702-A33C-335B63B48DBF}" type="datetimeFigureOut">
              <a:rPr lang="en-US" smtClean="0"/>
              <a:t>12/8/2025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FABC47A4-756D-490B-A52F-7D9E2C9FC05F}" type="slidenum">
              <a:rPr lang="en-US" smtClean="0"/>
              <a:t>‹N°›</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824484" y="365125"/>
            <a:ext cx="1529316" cy="5811838"/>
          </a:xfrm>
        </p:spPr>
        <p:txBody>
          <a:bodyPr vert="eaVert">
            <a:normAutofit/>
          </a:bodyPr>
          <a:lstStyle>
            <a:lvl1pPr>
              <a:defRPr sz="4400"/>
            </a:lvl1pPr>
          </a:lstStyle>
          <a:p>
            <a:r>
              <a:rPr lang="en-US"/>
              <a:t>Click to edit Master title style</a:t>
            </a:r>
          </a:p>
        </p:txBody>
      </p:sp>
      <p:sp>
        <p:nvSpPr>
          <p:cNvPr id="3" name="Vertical Text Placeholder 2"/>
          <p:cNvSpPr>
            <a:spLocks noGrp="1"/>
          </p:cNvSpPr>
          <p:nvPr>
            <p:ph type="body" orient="vert" idx="1"/>
          </p:nvPr>
        </p:nvSpPr>
        <p:spPr>
          <a:xfrm>
            <a:off x="838200" y="365125"/>
            <a:ext cx="8879958" cy="581183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760FBDFE-C587-4B4C-A407-44438C67B59E}" type="datetimeFigureOut">
              <a:rPr lang="en-US" smtClean="0"/>
              <a:t>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AE70B2-8BF9-45C0-BB95-33D1B9D3A854}" type="slidenum">
              <a:rPr lang="en-US" smtClean="0"/>
              <a:t>‹N°›</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760FBDFE-C587-4B4C-A407-44438C67B59E}" type="datetimeFigureOut">
              <a:rPr lang="en-US" smtClean="0"/>
              <a:t>12/8/2025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9AE70B2-8BF9-45C0-BB95-33D1B9D3A854}" type="slidenum">
              <a:rPr lang="en-US" smtClean="0"/>
              <a:t>‹N°›</a:t>
            </a:fld>
            <a:endParaRPr lang="en-US"/>
          </a:p>
        </p:txBody>
      </p:sp>
      <p:sp>
        <p:nvSpPr>
          <p:cNvPr id="7" name="Content Placeholder 6"/>
          <p:cNvSpPr>
            <a:spLocks noGrp="1"/>
          </p:cNvSpPr>
          <p:nvPr>
            <p:ph sz="quarter" idx="13"/>
          </p:nvPr>
        </p:nvSpPr>
        <p:spPr>
          <a:xfrm>
            <a:off x="838200" y="551543"/>
            <a:ext cx="10515600" cy="5558971"/>
          </a:xfrm>
        </p:spPr>
        <p:txBody>
          <a:bodyPr/>
          <a:lstStyle/>
          <a:p>
            <a:pPr lvl="0"/>
            <a:r>
              <a:rPr lang="en-US" dirty="0">
                <a:sym typeface="+mn-ea"/>
              </a:rPr>
              <a:t>Click to edit Master text styles</a:t>
            </a:r>
            <a:endParaRPr lang="en-US" dirty="0"/>
          </a:p>
          <a:p>
            <a:pPr lvl="1"/>
            <a:r>
              <a:rPr lang="en-US" dirty="0">
                <a:sym typeface="+mn-ea"/>
              </a:rPr>
              <a:t>Second level</a:t>
            </a:r>
            <a:endParaRPr lang="en-US" dirty="0"/>
          </a:p>
          <a:p>
            <a:pPr lvl="2"/>
            <a:r>
              <a:rPr lang="en-US" dirty="0">
                <a:sym typeface="+mn-ea"/>
              </a:rPr>
              <a:t>Third level</a:t>
            </a:r>
            <a:endParaRPr lang="en-US" dirty="0"/>
          </a:p>
          <a:p>
            <a:pPr lvl="3"/>
            <a:r>
              <a:rPr lang="en-US" dirty="0">
                <a:sym typeface="+mn-ea"/>
              </a:rPr>
              <a:t>Fourth level</a:t>
            </a:r>
            <a:endParaRPr lang="en-US" dirty="0"/>
          </a:p>
          <a:p>
            <a:pPr lvl="4"/>
            <a:r>
              <a:rPr lang="en-US" dirty="0">
                <a:sym typeface="+mn-ea"/>
              </a:rPr>
              <a:t>Fifth level</a:t>
            </a:r>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415611" y="992767"/>
            <a:ext cx="11360800" cy="27368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6935"/>
            </a:lvl1pPr>
            <a:lvl2pPr lvl="1" algn="ctr">
              <a:spcBef>
                <a:spcPts val="0"/>
              </a:spcBef>
              <a:spcAft>
                <a:spcPts val="0"/>
              </a:spcAft>
              <a:buSzPts val="5200"/>
              <a:buNone/>
              <a:defRPr sz="6935"/>
            </a:lvl2pPr>
            <a:lvl3pPr lvl="2" algn="ctr">
              <a:spcBef>
                <a:spcPts val="0"/>
              </a:spcBef>
              <a:spcAft>
                <a:spcPts val="0"/>
              </a:spcAft>
              <a:buSzPts val="5200"/>
              <a:buNone/>
              <a:defRPr sz="6935"/>
            </a:lvl3pPr>
            <a:lvl4pPr lvl="3" algn="ctr">
              <a:spcBef>
                <a:spcPts val="0"/>
              </a:spcBef>
              <a:spcAft>
                <a:spcPts val="0"/>
              </a:spcAft>
              <a:buSzPts val="5200"/>
              <a:buNone/>
              <a:defRPr sz="6935"/>
            </a:lvl4pPr>
            <a:lvl5pPr lvl="4" algn="ctr">
              <a:spcBef>
                <a:spcPts val="0"/>
              </a:spcBef>
              <a:spcAft>
                <a:spcPts val="0"/>
              </a:spcAft>
              <a:buSzPts val="5200"/>
              <a:buNone/>
              <a:defRPr sz="6935"/>
            </a:lvl5pPr>
            <a:lvl6pPr lvl="5" algn="ctr">
              <a:spcBef>
                <a:spcPts val="0"/>
              </a:spcBef>
              <a:spcAft>
                <a:spcPts val="0"/>
              </a:spcAft>
              <a:buSzPts val="5200"/>
              <a:buNone/>
              <a:defRPr sz="6935"/>
            </a:lvl6pPr>
            <a:lvl7pPr lvl="6" algn="ctr">
              <a:spcBef>
                <a:spcPts val="0"/>
              </a:spcBef>
              <a:spcAft>
                <a:spcPts val="0"/>
              </a:spcAft>
              <a:buSzPts val="5200"/>
              <a:buNone/>
              <a:defRPr sz="6935"/>
            </a:lvl7pPr>
            <a:lvl8pPr lvl="7" algn="ctr">
              <a:spcBef>
                <a:spcPts val="0"/>
              </a:spcBef>
              <a:spcAft>
                <a:spcPts val="0"/>
              </a:spcAft>
              <a:buSzPts val="5200"/>
              <a:buNone/>
              <a:defRPr sz="6935"/>
            </a:lvl8pPr>
            <a:lvl9pPr lvl="8" algn="ctr">
              <a:spcBef>
                <a:spcPts val="0"/>
              </a:spcBef>
              <a:spcAft>
                <a:spcPts val="0"/>
              </a:spcAft>
              <a:buSzPts val="5200"/>
              <a:buNone/>
              <a:defRPr sz="6935"/>
            </a:lvl9pPr>
          </a:lstStyle>
          <a:p>
            <a:endParaRPr/>
          </a:p>
        </p:txBody>
      </p:sp>
      <p:sp>
        <p:nvSpPr>
          <p:cNvPr id="11" name="Google Shape;11;p2"/>
          <p:cNvSpPr txBox="1">
            <a:spLocks noGrp="1"/>
          </p:cNvSpPr>
          <p:nvPr>
            <p:ph type="subTitle" idx="1"/>
          </p:nvPr>
        </p:nvSpPr>
        <p:spPr>
          <a:xfrm>
            <a:off x="415600" y="3778833"/>
            <a:ext cx="11360800" cy="10568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3735"/>
            </a:lvl1pPr>
            <a:lvl2pPr lvl="1" algn="ctr">
              <a:lnSpc>
                <a:spcPct val="100000"/>
              </a:lnSpc>
              <a:spcBef>
                <a:spcPts val="0"/>
              </a:spcBef>
              <a:spcAft>
                <a:spcPts val="0"/>
              </a:spcAft>
              <a:buSzPts val="2800"/>
              <a:buNone/>
              <a:defRPr sz="3735"/>
            </a:lvl2pPr>
            <a:lvl3pPr lvl="2" algn="ctr">
              <a:lnSpc>
                <a:spcPct val="100000"/>
              </a:lnSpc>
              <a:spcBef>
                <a:spcPts val="0"/>
              </a:spcBef>
              <a:spcAft>
                <a:spcPts val="0"/>
              </a:spcAft>
              <a:buSzPts val="2800"/>
              <a:buNone/>
              <a:defRPr sz="3735"/>
            </a:lvl3pPr>
            <a:lvl4pPr lvl="3" algn="ctr">
              <a:lnSpc>
                <a:spcPct val="100000"/>
              </a:lnSpc>
              <a:spcBef>
                <a:spcPts val="0"/>
              </a:spcBef>
              <a:spcAft>
                <a:spcPts val="0"/>
              </a:spcAft>
              <a:buSzPts val="2800"/>
              <a:buNone/>
              <a:defRPr sz="3735"/>
            </a:lvl4pPr>
            <a:lvl5pPr lvl="4" algn="ctr">
              <a:lnSpc>
                <a:spcPct val="100000"/>
              </a:lnSpc>
              <a:spcBef>
                <a:spcPts val="0"/>
              </a:spcBef>
              <a:spcAft>
                <a:spcPts val="0"/>
              </a:spcAft>
              <a:buSzPts val="2800"/>
              <a:buNone/>
              <a:defRPr sz="3735"/>
            </a:lvl5pPr>
            <a:lvl6pPr lvl="5" algn="ctr">
              <a:lnSpc>
                <a:spcPct val="100000"/>
              </a:lnSpc>
              <a:spcBef>
                <a:spcPts val="0"/>
              </a:spcBef>
              <a:spcAft>
                <a:spcPts val="0"/>
              </a:spcAft>
              <a:buSzPts val="2800"/>
              <a:buNone/>
              <a:defRPr sz="3735"/>
            </a:lvl6pPr>
            <a:lvl7pPr lvl="6" algn="ctr">
              <a:lnSpc>
                <a:spcPct val="100000"/>
              </a:lnSpc>
              <a:spcBef>
                <a:spcPts val="0"/>
              </a:spcBef>
              <a:spcAft>
                <a:spcPts val="0"/>
              </a:spcAft>
              <a:buSzPts val="2800"/>
              <a:buNone/>
              <a:defRPr sz="3735"/>
            </a:lvl7pPr>
            <a:lvl8pPr lvl="7" algn="ctr">
              <a:lnSpc>
                <a:spcPct val="100000"/>
              </a:lnSpc>
              <a:spcBef>
                <a:spcPts val="0"/>
              </a:spcBef>
              <a:spcAft>
                <a:spcPts val="0"/>
              </a:spcAft>
              <a:buSzPts val="2800"/>
              <a:buNone/>
              <a:defRPr sz="3735"/>
            </a:lvl8pPr>
            <a:lvl9pPr lvl="8" algn="ctr">
              <a:lnSpc>
                <a:spcPct val="100000"/>
              </a:lnSpc>
              <a:spcBef>
                <a:spcPts val="0"/>
              </a:spcBef>
              <a:spcAft>
                <a:spcPts val="0"/>
              </a:spcAft>
              <a:buSzPts val="2800"/>
              <a:buNone/>
              <a:defRPr sz="3735"/>
            </a:lvl9pPr>
          </a:lstStyle>
          <a:p>
            <a:endParaRPr/>
          </a:p>
        </p:txBody>
      </p:sp>
      <p:sp>
        <p:nvSpPr>
          <p:cNvPr id="12" name="Google Shape;12;p2"/>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lang="en-GB"/>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415600" y="2867800"/>
            <a:ext cx="11360800" cy="11224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4800"/>
            </a:lvl1pPr>
            <a:lvl2pPr lvl="1" algn="ctr">
              <a:spcBef>
                <a:spcPts val="0"/>
              </a:spcBef>
              <a:spcAft>
                <a:spcPts val="0"/>
              </a:spcAft>
              <a:buSzPts val="3600"/>
              <a:buNone/>
              <a:defRPr sz="4800"/>
            </a:lvl2pPr>
            <a:lvl3pPr lvl="2" algn="ctr">
              <a:spcBef>
                <a:spcPts val="0"/>
              </a:spcBef>
              <a:spcAft>
                <a:spcPts val="0"/>
              </a:spcAft>
              <a:buSzPts val="3600"/>
              <a:buNone/>
              <a:defRPr sz="4800"/>
            </a:lvl3pPr>
            <a:lvl4pPr lvl="3" algn="ctr">
              <a:spcBef>
                <a:spcPts val="0"/>
              </a:spcBef>
              <a:spcAft>
                <a:spcPts val="0"/>
              </a:spcAft>
              <a:buSzPts val="3600"/>
              <a:buNone/>
              <a:defRPr sz="4800"/>
            </a:lvl4pPr>
            <a:lvl5pPr lvl="4" algn="ctr">
              <a:spcBef>
                <a:spcPts val="0"/>
              </a:spcBef>
              <a:spcAft>
                <a:spcPts val="0"/>
              </a:spcAft>
              <a:buSzPts val="3600"/>
              <a:buNone/>
              <a:defRPr sz="4800"/>
            </a:lvl5pPr>
            <a:lvl6pPr lvl="5" algn="ctr">
              <a:spcBef>
                <a:spcPts val="0"/>
              </a:spcBef>
              <a:spcAft>
                <a:spcPts val="0"/>
              </a:spcAft>
              <a:buSzPts val="3600"/>
              <a:buNone/>
              <a:defRPr sz="4800"/>
            </a:lvl6pPr>
            <a:lvl7pPr lvl="6" algn="ctr">
              <a:spcBef>
                <a:spcPts val="0"/>
              </a:spcBef>
              <a:spcAft>
                <a:spcPts val="0"/>
              </a:spcAft>
              <a:buSzPts val="3600"/>
              <a:buNone/>
              <a:defRPr sz="4800"/>
            </a:lvl7pPr>
            <a:lvl8pPr lvl="7" algn="ctr">
              <a:spcBef>
                <a:spcPts val="0"/>
              </a:spcBef>
              <a:spcAft>
                <a:spcPts val="0"/>
              </a:spcAft>
              <a:buSzPts val="3600"/>
              <a:buNone/>
              <a:defRPr sz="4800"/>
            </a:lvl8pPr>
            <a:lvl9pPr lvl="8" algn="ctr">
              <a:spcBef>
                <a:spcPts val="0"/>
              </a:spcBef>
              <a:spcAft>
                <a:spcPts val="0"/>
              </a:spcAft>
              <a:buSzPts val="3600"/>
              <a:buNone/>
              <a:defRPr sz="4800"/>
            </a:lvl9pPr>
          </a:lstStyle>
          <a:p>
            <a:endParaRPr/>
          </a:p>
        </p:txBody>
      </p:sp>
      <p:sp>
        <p:nvSpPr>
          <p:cNvPr id="15" name="Google Shape;15;p3"/>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lang="en-GB"/>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rmAutofit/>
          </a:bodyPr>
          <a:lstStyle>
            <a:lvl1pPr marL="609600" lvl="0" indent="-457200">
              <a:spcBef>
                <a:spcPts val="0"/>
              </a:spcBef>
              <a:spcAft>
                <a:spcPts val="0"/>
              </a:spcAft>
              <a:buSzPts val="1800"/>
              <a:buChar char="●"/>
              <a:defRPr/>
            </a:lvl1pPr>
            <a:lvl2pPr marL="1219200" lvl="1" indent="-423545">
              <a:spcBef>
                <a:spcPts val="0"/>
              </a:spcBef>
              <a:spcAft>
                <a:spcPts val="0"/>
              </a:spcAft>
              <a:buSzPts val="1400"/>
              <a:buChar char="○"/>
              <a:defRPr/>
            </a:lvl2pPr>
            <a:lvl3pPr marL="1828800" lvl="2" indent="-423545">
              <a:spcBef>
                <a:spcPts val="0"/>
              </a:spcBef>
              <a:spcAft>
                <a:spcPts val="0"/>
              </a:spcAft>
              <a:buSzPts val="1400"/>
              <a:buChar char="■"/>
              <a:defRPr/>
            </a:lvl3pPr>
            <a:lvl4pPr marL="2438400" lvl="3" indent="-423545">
              <a:spcBef>
                <a:spcPts val="0"/>
              </a:spcBef>
              <a:spcAft>
                <a:spcPts val="0"/>
              </a:spcAft>
              <a:buSzPts val="1400"/>
              <a:buChar char="●"/>
              <a:defRPr/>
            </a:lvl4pPr>
            <a:lvl5pPr marL="3048000" lvl="4" indent="-423545">
              <a:spcBef>
                <a:spcPts val="0"/>
              </a:spcBef>
              <a:spcAft>
                <a:spcPts val="0"/>
              </a:spcAft>
              <a:buSzPts val="1400"/>
              <a:buChar char="○"/>
              <a:defRPr/>
            </a:lvl5pPr>
            <a:lvl6pPr marL="3657600" lvl="5" indent="-423545">
              <a:spcBef>
                <a:spcPts val="0"/>
              </a:spcBef>
              <a:spcAft>
                <a:spcPts val="0"/>
              </a:spcAft>
              <a:buSzPts val="1400"/>
              <a:buChar char="■"/>
              <a:defRPr/>
            </a:lvl6pPr>
            <a:lvl7pPr marL="4267200" lvl="6" indent="-423545">
              <a:spcBef>
                <a:spcPts val="0"/>
              </a:spcBef>
              <a:spcAft>
                <a:spcPts val="0"/>
              </a:spcAft>
              <a:buSzPts val="1400"/>
              <a:buChar char="●"/>
              <a:defRPr/>
            </a:lvl7pPr>
            <a:lvl8pPr marL="4876800" lvl="7" indent="-423545">
              <a:spcBef>
                <a:spcPts val="0"/>
              </a:spcBef>
              <a:spcAft>
                <a:spcPts val="0"/>
              </a:spcAft>
              <a:buSzPts val="1400"/>
              <a:buChar char="○"/>
              <a:defRPr/>
            </a:lvl8pPr>
            <a:lvl9pPr marL="5486400" lvl="8" indent="-423545">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lang="en-GB"/>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415600" y="1536633"/>
            <a:ext cx="5333200" cy="4555200"/>
          </a:xfrm>
          <a:prstGeom prst="rect">
            <a:avLst/>
          </a:prstGeom>
        </p:spPr>
        <p:txBody>
          <a:bodyPr spcFirstLastPara="1" wrap="square" lIns="91425" tIns="91425" rIns="91425" bIns="91425" anchor="t" anchorCtr="0">
            <a:normAutofit/>
          </a:bodyPr>
          <a:lstStyle>
            <a:lvl1pPr marL="609600" lvl="0" indent="-423545">
              <a:spcBef>
                <a:spcPts val="0"/>
              </a:spcBef>
              <a:spcAft>
                <a:spcPts val="0"/>
              </a:spcAft>
              <a:buSzPts val="1400"/>
              <a:buChar char="●"/>
              <a:defRPr sz="1865"/>
            </a:lvl1pPr>
            <a:lvl2pPr marL="1219200" lvl="1" indent="-406400">
              <a:spcBef>
                <a:spcPts val="0"/>
              </a:spcBef>
              <a:spcAft>
                <a:spcPts val="0"/>
              </a:spcAft>
              <a:buSzPts val="1200"/>
              <a:buChar char="○"/>
              <a:defRPr sz="1600"/>
            </a:lvl2pPr>
            <a:lvl3pPr marL="1828800" lvl="2" indent="-406400">
              <a:spcBef>
                <a:spcPts val="0"/>
              </a:spcBef>
              <a:spcAft>
                <a:spcPts val="0"/>
              </a:spcAft>
              <a:buSzPts val="1200"/>
              <a:buChar char="■"/>
              <a:defRPr sz="1600"/>
            </a:lvl3pPr>
            <a:lvl4pPr marL="2438400" lvl="3" indent="-406400">
              <a:spcBef>
                <a:spcPts val="0"/>
              </a:spcBef>
              <a:spcAft>
                <a:spcPts val="0"/>
              </a:spcAft>
              <a:buSzPts val="1200"/>
              <a:buChar char="●"/>
              <a:defRPr sz="1600"/>
            </a:lvl4pPr>
            <a:lvl5pPr marL="3048000" lvl="4" indent="-406400">
              <a:spcBef>
                <a:spcPts val="0"/>
              </a:spcBef>
              <a:spcAft>
                <a:spcPts val="0"/>
              </a:spcAft>
              <a:buSzPts val="1200"/>
              <a:buChar char="○"/>
              <a:defRPr sz="1600"/>
            </a:lvl5pPr>
            <a:lvl6pPr marL="3657600" lvl="5" indent="-406400">
              <a:spcBef>
                <a:spcPts val="0"/>
              </a:spcBef>
              <a:spcAft>
                <a:spcPts val="0"/>
              </a:spcAft>
              <a:buSzPts val="1200"/>
              <a:buChar char="■"/>
              <a:defRPr sz="1600"/>
            </a:lvl6pPr>
            <a:lvl7pPr marL="4267200" lvl="6" indent="-406400">
              <a:spcBef>
                <a:spcPts val="0"/>
              </a:spcBef>
              <a:spcAft>
                <a:spcPts val="0"/>
              </a:spcAft>
              <a:buSzPts val="1200"/>
              <a:buChar char="●"/>
              <a:defRPr sz="1600"/>
            </a:lvl7pPr>
            <a:lvl8pPr marL="4876800" lvl="7" indent="-406400">
              <a:spcBef>
                <a:spcPts val="0"/>
              </a:spcBef>
              <a:spcAft>
                <a:spcPts val="0"/>
              </a:spcAft>
              <a:buSzPts val="1200"/>
              <a:buChar char="○"/>
              <a:defRPr sz="1600"/>
            </a:lvl8pPr>
            <a:lvl9pPr marL="5486400" lvl="8" indent="-406400">
              <a:spcBef>
                <a:spcPts val="0"/>
              </a:spcBef>
              <a:spcAft>
                <a:spcPts val="0"/>
              </a:spcAft>
              <a:buSzPts val="1200"/>
              <a:buChar char="■"/>
              <a:defRPr sz="1600"/>
            </a:lvl9pPr>
          </a:lstStyle>
          <a:p>
            <a:endParaRPr/>
          </a:p>
        </p:txBody>
      </p:sp>
      <p:sp>
        <p:nvSpPr>
          <p:cNvPr id="23" name="Google Shape;23;p5"/>
          <p:cNvSpPr txBox="1">
            <a:spLocks noGrp="1"/>
          </p:cNvSpPr>
          <p:nvPr>
            <p:ph type="body" idx="2"/>
          </p:nvPr>
        </p:nvSpPr>
        <p:spPr>
          <a:xfrm>
            <a:off x="6443200" y="1536633"/>
            <a:ext cx="5333200" cy="4555200"/>
          </a:xfrm>
          <a:prstGeom prst="rect">
            <a:avLst/>
          </a:prstGeom>
        </p:spPr>
        <p:txBody>
          <a:bodyPr spcFirstLastPara="1" wrap="square" lIns="91425" tIns="91425" rIns="91425" bIns="91425" anchor="t" anchorCtr="0">
            <a:normAutofit/>
          </a:bodyPr>
          <a:lstStyle>
            <a:lvl1pPr marL="609600" lvl="0" indent="-423545">
              <a:spcBef>
                <a:spcPts val="0"/>
              </a:spcBef>
              <a:spcAft>
                <a:spcPts val="0"/>
              </a:spcAft>
              <a:buSzPts val="1400"/>
              <a:buChar char="●"/>
              <a:defRPr sz="1865"/>
            </a:lvl1pPr>
            <a:lvl2pPr marL="1219200" lvl="1" indent="-406400">
              <a:spcBef>
                <a:spcPts val="0"/>
              </a:spcBef>
              <a:spcAft>
                <a:spcPts val="0"/>
              </a:spcAft>
              <a:buSzPts val="1200"/>
              <a:buChar char="○"/>
              <a:defRPr sz="1600"/>
            </a:lvl2pPr>
            <a:lvl3pPr marL="1828800" lvl="2" indent="-406400">
              <a:spcBef>
                <a:spcPts val="0"/>
              </a:spcBef>
              <a:spcAft>
                <a:spcPts val="0"/>
              </a:spcAft>
              <a:buSzPts val="1200"/>
              <a:buChar char="■"/>
              <a:defRPr sz="1600"/>
            </a:lvl3pPr>
            <a:lvl4pPr marL="2438400" lvl="3" indent="-406400">
              <a:spcBef>
                <a:spcPts val="0"/>
              </a:spcBef>
              <a:spcAft>
                <a:spcPts val="0"/>
              </a:spcAft>
              <a:buSzPts val="1200"/>
              <a:buChar char="●"/>
              <a:defRPr sz="1600"/>
            </a:lvl4pPr>
            <a:lvl5pPr marL="3048000" lvl="4" indent="-406400">
              <a:spcBef>
                <a:spcPts val="0"/>
              </a:spcBef>
              <a:spcAft>
                <a:spcPts val="0"/>
              </a:spcAft>
              <a:buSzPts val="1200"/>
              <a:buChar char="○"/>
              <a:defRPr sz="1600"/>
            </a:lvl5pPr>
            <a:lvl6pPr marL="3657600" lvl="5" indent="-406400">
              <a:spcBef>
                <a:spcPts val="0"/>
              </a:spcBef>
              <a:spcAft>
                <a:spcPts val="0"/>
              </a:spcAft>
              <a:buSzPts val="1200"/>
              <a:buChar char="■"/>
              <a:defRPr sz="1600"/>
            </a:lvl6pPr>
            <a:lvl7pPr marL="4267200" lvl="6" indent="-406400">
              <a:spcBef>
                <a:spcPts val="0"/>
              </a:spcBef>
              <a:spcAft>
                <a:spcPts val="0"/>
              </a:spcAft>
              <a:buSzPts val="1200"/>
              <a:buChar char="●"/>
              <a:defRPr sz="1600"/>
            </a:lvl7pPr>
            <a:lvl8pPr marL="4876800" lvl="7" indent="-406400">
              <a:spcBef>
                <a:spcPts val="0"/>
              </a:spcBef>
              <a:spcAft>
                <a:spcPts val="0"/>
              </a:spcAft>
              <a:buSzPts val="1200"/>
              <a:buChar char="○"/>
              <a:defRPr sz="1600"/>
            </a:lvl8pPr>
            <a:lvl9pPr marL="5486400" lvl="8" indent="-406400">
              <a:spcBef>
                <a:spcPts val="0"/>
              </a:spcBef>
              <a:spcAft>
                <a:spcPts val="0"/>
              </a:spcAft>
              <a:buSzPts val="1200"/>
              <a:buChar char="■"/>
              <a:defRPr sz="1600"/>
            </a:lvl9pPr>
          </a:lstStyle>
          <a:p>
            <a:endParaRPr/>
          </a:p>
        </p:txBody>
      </p:sp>
      <p:sp>
        <p:nvSpPr>
          <p:cNvPr id="24" name="Google Shape;24;p5"/>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lang="en-GB"/>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lang="en-GB"/>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415600" y="740800"/>
            <a:ext cx="3744000" cy="10076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3200"/>
            </a:lvl1pPr>
            <a:lvl2pPr lvl="1">
              <a:spcBef>
                <a:spcPts val="0"/>
              </a:spcBef>
              <a:spcAft>
                <a:spcPts val="0"/>
              </a:spcAft>
              <a:buSzPts val="2400"/>
              <a:buNone/>
              <a:defRPr sz="3200"/>
            </a:lvl2pPr>
            <a:lvl3pPr lvl="2">
              <a:spcBef>
                <a:spcPts val="0"/>
              </a:spcBef>
              <a:spcAft>
                <a:spcPts val="0"/>
              </a:spcAft>
              <a:buSzPts val="2400"/>
              <a:buNone/>
              <a:defRPr sz="3200"/>
            </a:lvl3pPr>
            <a:lvl4pPr lvl="3">
              <a:spcBef>
                <a:spcPts val="0"/>
              </a:spcBef>
              <a:spcAft>
                <a:spcPts val="0"/>
              </a:spcAft>
              <a:buSzPts val="2400"/>
              <a:buNone/>
              <a:defRPr sz="3200"/>
            </a:lvl4pPr>
            <a:lvl5pPr lvl="4">
              <a:spcBef>
                <a:spcPts val="0"/>
              </a:spcBef>
              <a:spcAft>
                <a:spcPts val="0"/>
              </a:spcAft>
              <a:buSzPts val="2400"/>
              <a:buNone/>
              <a:defRPr sz="3200"/>
            </a:lvl5pPr>
            <a:lvl6pPr lvl="5">
              <a:spcBef>
                <a:spcPts val="0"/>
              </a:spcBef>
              <a:spcAft>
                <a:spcPts val="0"/>
              </a:spcAft>
              <a:buSzPts val="2400"/>
              <a:buNone/>
              <a:defRPr sz="3200"/>
            </a:lvl6pPr>
            <a:lvl7pPr lvl="6">
              <a:spcBef>
                <a:spcPts val="0"/>
              </a:spcBef>
              <a:spcAft>
                <a:spcPts val="0"/>
              </a:spcAft>
              <a:buSzPts val="2400"/>
              <a:buNone/>
              <a:defRPr sz="3200"/>
            </a:lvl7pPr>
            <a:lvl8pPr lvl="7">
              <a:spcBef>
                <a:spcPts val="0"/>
              </a:spcBef>
              <a:spcAft>
                <a:spcPts val="0"/>
              </a:spcAft>
              <a:buSzPts val="2400"/>
              <a:buNone/>
              <a:defRPr sz="3200"/>
            </a:lvl8pPr>
            <a:lvl9pPr lvl="8">
              <a:spcBef>
                <a:spcPts val="0"/>
              </a:spcBef>
              <a:spcAft>
                <a:spcPts val="0"/>
              </a:spcAft>
              <a:buSzPts val="2400"/>
              <a:buNone/>
              <a:defRPr sz="3200"/>
            </a:lvl9pPr>
          </a:lstStyle>
          <a:p>
            <a:endParaRPr/>
          </a:p>
        </p:txBody>
      </p:sp>
      <p:sp>
        <p:nvSpPr>
          <p:cNvPr id="30" name="Google Shape;30;p7"/>
          <p:cNvSpPr txBox="1">
            <a:spLocks noGrp="1"/>
          </p:cNvSpPr>
          <p:nvPr>
            <p:ph type="body" idx="1"/>
          </p:nvPr>
        </p:nvSpPr>
        <p:spPr>
          <a:xfrm>
            <a:off x="415600" y="1852800"/>
            <a:ext cx="3744000" cy="4239200"/>
          </a:xfrm>
          <a:prstGeom prst="rect">
            <a:avLst/>
          </a:prstGeom>
        </p:spPr>
        <p:txBody>
          <a:bodyPr spcFirstLastPara="1" wrap="square" lIns="91425" tIns="91425" rIns="91425" bIns="91425" anchor="t" anchorCtr="0">
            <a:normAutofit/>
          </a:bodyPr>
          <a:lstStyle>
            <a:lvl1pPr marL="609600" lvl="0" indent="-406400">
              <a:spcBef>
                <a:spcPts val="0"/>
              </a:spcBef>
              <a:spcAft>
                <a:spcPts val="0"/>
              </a:spcAft>
              <a:buSzPts val="1200"/>
              <a:buChar char="●"/>
              <a:defRPr sz="1600"/>
            </a:lvl1pPr>
            <a:lvl2pPr marL="1219200" lvl="1" indent="-406400">
              <a:spcBef>
                <a:spcPts val="0"/>
              </a:spcBef>
              <a:spcAft>
                <a:spcPts val="0"/>
              </a:spcAft>
              <a:buSzPts val="1200"/>
              <a:buChar char="○"/>
              <a:defRPr sz="1600"/>
            </a:lvl2pPr>
            <a:lvl3pPr marL="1828800" lvl="2" indent="-406400">
              <a:spcBef>
                <a:spcPts val="0"/>
              </a:spcBef>
              <a:spcAft>
                <a:spcPts val="0"/>
              </a:spcAft>
              <a:buSzPts val="1200"/>
              <a:buChar char="■"/>
              <a:defRPr sz="1600"/>
            </a:lvl3pPr>
            <a:lvl4pPr marL="2438400" lvl="3" indent="-406400">
              <a:spcBef>
                <a:spcPts val="0"/>
              </a:spcBef>
              <a:spcAft>
                <a:spcPts val="0"/>
              </a:spcAft>
              <a:buSzPts val="1200"/>
              <a:buChar char="●"/>
              <a:defRPr sz="1600"/>
            </a:lvl4pPr>
            <a:lvl5pPr marL="3048000" lvl="4" indent="-406400">
              <a:spcBef>
                <a:spcPts val="0"/>
              </a:spcBef>
              <a:spcAft>
                <a:spcPts val="0"/>
              </a:spcAft>
              <a:buSzPts val="1200"/>
              <a:buChar char="○"/>
              <a:defRPr sz="1600"/>
            </a:lvl5pPr>
            <a:lvl6pPr marL="3657600" lvl="5" indent="-406400">
              <a:spcBef>
                <a:spcPts val="0"/>
              </a:spcBef>
              <a:spcAft>
                <a:spcPts val="0"/>
              </a:spcAft>
              <a:buSzPts val="1200"/>
              <a:buChar char="■"/>
              <a:defRPr sz="1600"/>
            </a:lvl6pPr>
            <a:lvl7pPr marL="4267200" lvl="6" indent="-406400">
              <a:spcBef>
                <a:spcPts val="0"/>
              </a:spcBef>
              <a:spcAft>
                <a:spcPts val="0"/>
              </a:spcAft>
              <a:buSzPts val="1200"/>
              <a:buChar char="●"/>
              <a:defRPr sz="1600"/>
            </a:lvl7pPr>
            <a:lvl8pPr marL="4876800" lvl="7" indent="-406400">
              <a:spcBef>
                <a:spcPts val="0"/>
              </a:spcBef>
              <a:spcAft>
                <a:spcPts val="0"/>
              </a:spcAft>
              <a:buSzPts val="1200"/>
              <a:buChar char="○"/>
              <a:defRPr sz="1600"/>
            </a:lvl8pPr>
            <a:lvl9pPr marL="5486400" lvl="8" indent="-406400">
              <a:spcBef>
                <a:spcPts val="0"/>
              </a:spcBef>
              <a:spcAft>
                <a:spcPts val="0"/>
              </a:spcAft>
              <a:buSzPts val="1200"/>
              <a:buChar char="■"/>
              <a:defRPr sz="1600"/>
            </a:lvl9pPr>
          </a:lstStyle>
          <a:p>
            <a:endParaRPr/>
          </a:p>
        </p:txBody>
      </p:sp>
      <p:sp>
        <p:nvSpPr>
          <p:cNvPr id="31" name="Google Shape;31;p7"/>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lang="en-GB"/>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653667" y="600200"/>
            <a:ext cx="8490400" cy="54544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6400"/>
            </a:lvl1pPr>
            <a:lvl2pPr lvl="1">
              <a:spcBef>
                <a:spcPts val="0"/>
              </a:spcBef>
              <a:spcAft>
                <a:spcPts val="0"/>
              </a:spcAft>
              <a:buSzPts val="4800"/>
              <a:buNone/>
              <a:defRPr sz="6400"/>
            </a:lvl2pPr>
            <a:lvl3pPr lvl="2">
              <a:spcBef>
                <a:spcPts val="0"/>
              </a:spcBef>
              <a:spcAft>
                <a:spcPts val="0"/>
              </a:spcAft>
              <a:buSzPts val="4800"/>
              <a:buNone/>
              <a:defRPr sz="6400"/>
            </a:lvl3pPr>
            <a:lvl4pPr lvl="3">
              <a:spcBef>
                <a:spcPts val="0"/>
              </a:spcBef>
              <a:spcAft>
                <a:spcPts val="0"/>
              </a:spcAft>
              <a:buSzPts val="4800"/>
              <a:buNone/>
              <a:defRPr sz="6400"/>
            </a:lvl4pPr>
            <a:lvl5pPr lvl="4">
              <a:spcBef>
                <a:spcPts val="0"/>
              </a:spcBef>
              <a:spcAft>
                <a:spcPts val="0"/>
              </a:spcAft>
              <a:buSzPts val="4800"/>
              <a:buNone/>
              <a:defRPr sz="6400"/>
            </a:lvl5pPr>
            <a:lvl6pPr lvl="5">
              <a:spcBef>
                <a:spcPts val="0"/>
              </a:spcBef>
              <a:spcAft>
                <a:spcPts val="0"/>
              </a:spcAft>
              <a:buSzPts val="4800"/>
              <a:buNone/>
              <a:defRPr sz="6400"/>
            </a:lvl6pPr>
            <a:lvl7pPr lvl="6">
              <a:spcBef>
                <a:spcPts val="0"/>
              </a:spcBef>
              <a:spcAft>
                <a:spcPts val="0"/>
              </a:spcAft>
              <a:buSzPts val="4800"/>
              <a:buNone/>
              <a:defRPr sz="6400"/>
            </a:lvl7pPr>
            <a:lvl8pPr lvl="7">
              <a:spcBef>
                <a:spcPts val="0"/>
              </a:spcBef>
              <a:spcAft>
                <a:spcPts val="0"/>
              </a:spcAft>
              <a:buSzPts val="4800"/>
              <a:buNone/>
              <a:defRPr sz="6400"/>
            </a:lvl8pPr>
            <a:lvl9pPr lvl="8">
              <a:spcBef>
                <a:spcPts val="0"/>
              </a:spcBef>
              <a:spcAft>
                <a:spcPts val="0"/>
              </a:spcAft>
              <a:buSzPts val="4800"/>
              <a:buNone/>
              <a:defRPr sz="6400"/>
            </a:lvl9pPr>
          </a:lstStyle>
          <a:p>
            <a:endParaRPr/>
          </a:p>
        </p:txBody>
      </p:sp>
      <p:sp>
        <p:nvSpPr>
          <p:cNvPr id="34" name="Google Shape;34;p8"/>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lang="en-GB"/>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6096000" y="-167"/>
            <a:ext cx="6096000" cy="68580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5"/>
          </a:p>
        </p:txBody>
      </p:sp>
      <p:sp>
        <p:nvSpPr>
          <p:cNvPr id="37" name="Google Shape;37;p9"/>
          <p:cNvSpPr txBox="1">
            <a:spLocks noGrp="1"/>
          </p:cNvSpPr>
          <p:nvPr>
            <p:ph type="title"/>
          </p:nvPr>
        </p:nvSpPr>
        <p:spPr>
          <a:xfrm>
            <a:off x="354000" y="1644233"/>
            <a:ext cx="5393600" cy="19764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5600"/>
            </a:lvl1pPr>
            <a:lvl2pPr lvl="1" algn="ctr">
              <a:spcBef>
                <a:spcPts val="0"/>
              </a:spcBef>
              <a:spcAft>
                <a:spcPts val="0"/>
              </a:spcAft>
              <a:buSzPts val="4200"/>
              <a:buNone/>
              <a:defRPr sz="5600"/>
            </a:lvl2pPr>
            <a:lvl3pPr lvl="2" algn="ctr">
              <a:spcBef>
                <a:spcPts val="0"/>
              </a:spcBef>
              <a:spcAft>
                <a:spcPts val="0"/>
              </a:spcAft>
              <a:buSzPts val="4200"/>
              <a:buNone/>
              <a:defRPr sz="5600"/>
            </a:lvl3pPr>
            <a:lvl4pPr lvl="3" algn="ctr">
              <a:spcBef>
                <a:spcPts val="0"/>
              </a:spcBef>
              <a:spcAft>
                <a:spcPts val="0"/>
              </a:spcAft>
              <a:buSzPts val="4200"/>
              <a:buNone/>
              <a:defRPr sz="5600"/>
            </a:lvl4pPr>
            <a:lvl5pPr lvl="4" algn="ctr">
              <a:spcBef>
                <a:spcPts val="0"/>
              </a:spcBef>
              <a:spcAft>
                <a:spcPts val="0"/>
              </a:spcAft>
              <a:buSzPts val="4200"/>
              <a:buNone/>
              <a:defRPr sz="5600"/>
            </a:lvl5pPr>
            <a:lvl6pPr lvl="5" algn="ctr">
              <a:spcBef>
                <a:spcPts val="0"/>
              </a:spcBef>
              <a:spcAft>
                <a:spcPts val="0"/>
              </a:spcAft>
              <a:buSzPts val="4200"/>
              <a:buNone/>
              <a:defRPr sz="5600"/>
            </a:lvl6pPr>
            <a:lvl7pPr lvl="6" algn="ctr">
              <a:spcBef>
                <a:spcPts val="0"/>
              </a:spcBef>
              <a:spcAft>
                <a:spcPts val="0"/>
              </a:spcAft>
              <a:buSzPts val="4200"/>
              <a:buNone/>
              <a:defRPr sz="5600"/>
            </a:lvl7pPr>
            <a:lvl8pPr lvl="7" algn="ctr">
              <a:spcBef>
                <a:spcPts val="0"/>
              </a:spcBef>
              <a:spcAft>
                <a:spcPts val="0"/>
              </a:spcAft>
              <a:buSzPts val="4200"/>
              <a:buNone/>
              <a:defRPr sz="5600"/>
            </a:lvl8pPr>
            <a:lvl9pPr lvl="8" algn="ctr">
              <a:spcBef>
                <a:spcPts val="0"/>
              </a:spcBef>
              <a:spcAft>
                <a:spcPts val="0"/>
              </a:spcAft>
              <a:buSzPts val="4200"/>
              <a:buNone/>
              <a:defRPr sz="5600"/>
            </a:lvl9pPr>
          </a:lstStyle>
          <a:p>
            <a:endParaRPr/>
          </a:p>
        </p:txBody>
      </p:sp>
      <p:sp>
        <p:nvSpPr>
          <p:cNvPr id="38" name="Google Shape;38;p9"/>
          <p:cNvSpPr txBox="1">
            <a:spLocks noGrp="1"/>
          </p:cNvSpPr>
          <p:nvPr>
            <p:ph type="subTitle" idx="1"/>
          </p:nvPr>
        </p:nvSpPr>
        <p:spPr>
          <a:xfrm>
            <a:off x="354000" y="3737433"/>
            <a:ext cx="5393600" cy="16468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800"/>
            </a:lvl1pPr>
            <a:lvl2pPr lvl="1" algn="ctr">
              <a:lnSpc>
                <a:spcPct val="100000"/>
              </a:lnSpc>
              <a:spcBef>
                <a:spcPts val="0"/>
              </a:spcBef>
              <a:spcAft>
                <a:spcPts val="0"/>
              </a:spcAft>
              <a:buSzPts val="2100"/>
              <a:buNone/>
              <a:defRPr sz="2800"/>
            </a:lvl2pPr>
            <a:lvl3pPr lvl="2" algn="ctr">
              <a:lnSpc>
                <a:spcPct val="100000"/>
              </a:lnSpc>
              <a:spcBef>
                <a:spcPts val="0"/>
              </a:spcBef>
              <a:spcAft>
                <a:spcPts val="0"/>
              </a:spcAft>
              <a:buSzPts val="2100"/>
              <a:buNone/>
              <a:defRPr sz="2800"/>
            </a:lvl3pPr>
            <a:lvl4pPr lvl="3" algn="ctr">
              <a:lnSpc>
                <a:spcPct val="100000"/>
              </a:lnSpc>
              <a:spcBef>
                <a:spcPts val="0"/>
              </a:spcBef>
              <a:spcAft>
                <a:spcPts val="0"/>
              </a:spcAft>
              <a:buSzPts val="2100"/>
              <a:buNone/>
              <a:defRPr sz="2800"/>
            </a:lvl4pPr>
            <a:lvl5pPr lvl="4" algn="ctr">
              <a:lnSpc>
                <a:spcPct val="100000"/>
              </a:lnSpc>
              <a:spcBef>
                <a:spcPts val="0"/>
              </a:spcBef>
              <a:spcAft>
                <a:spcPts val="0"/>
              </a:spcAft>
              <a:buSzPts val="2100"/>
              <a:buNone/>
              <a:defRPr sz="2800"/>
            </a:lvl5pPr>
            <a:lvl6pPr lvl="5" algn="ctr">
              <a:lnSpc>
                <a:spcPct val="100000"/>
              </a:lnSpc>
              <a:spcBef>
                <a:spcPts val="0"/>
              </a:spcBef>
              <a:spcAft>
                <a:spcPts val="0"/>
              </a:spcAft>
              <a:buSzPts val="2100"/>
              <a:buNone/>
              <a:defRPr sz="2800"/>
            </a:lvl6pPr>
            <a:lvl7pPr lvl="6" algn="ctr">
              <a:lnSpc>
                <a:spcPct val="100000"/>
              </a:lnSpc>
              <a:spcBef>
                <a:spcPts val="0"/>
              </a:spcBef>
              <a:spcAft>
                <a:spcPts val="0"/>
              </a:spcAft>
              <a:buSzPts val="2100"/>
              <a:buNone/>
              <a:defRPr sz="2800"/>
            </a:lvl7pPr>
            <a:lvl8pPr lvl="7" algn="ctr">
              <a:lnSpc>
                <a:spcPct val="100000"/>
              </a:lnSpc>
              <a:spcBef>
                <a:spcPts val="0"/>
              </a:spcBef>
              <a:spcAft>
                <a:spcPts val="0"/>
              </a:spcAft>
              <a:buSzPts val="2100"/>
              <a:buNone/>
              <a:defRPr sz="2800"/>
            </a:lvl8pPr>
            <a:lvl9pPr lvl="8" algn="ctr">
              <a:lnSpc>
                <a:spcPct val="100000"/>
              </a:lnSpc>
              <a:spcBef>
                <a:spcPts val="0"/>
              </a:spcBef>
              <a:spcAft>
                <a:spcPts val="0"/>
              </a:spcAft>
              <a:buSzPts val="2100"/>
              <a:buNone/>
              <a:defRPr sz="2800"/>
            </a:lvl9pPr>
          </a:lstStyle>
          <a:p>
            <a:endParaRPr/>
          </a:p>
        </p:txBody>
      </p:sp>
      <p:sp>
        <p:nvSpPr>
          <p:cNvPr id="39" name="Google Shape;39;p9"/>
          <p:cNvSpPr txBox="1">
            <a:spLocks noGrp="1"/>
          </p:cNvSpPr>
          <p:nvPr>
            <p:ph type="body" idx="2"/>
          </p:nvPr>
        </p:nvSpPr>
        <p:spPr>
          <a:xfrm>
            <a:off x="6586000" y="965433"/>
            <a:ext cx="5116000" cy="4926800"/>
          </a:xfrm>
          <a:prstGeom prst="rect">
            <a:avLst/>
          </a:prstGeom>
        </p:spPr>
        <p:txBody>
          <a:bodyPr spcFirstLastPara="1" wrap="square" lIns="91425" tIns="91425" rIns="91425" bIns="91425" anchor="ctr" anchorCtr="0">
            <a:normAutofit/>
          </a:bodyPr>
          <a:lstStyle>
            <a:lvl1pPr marL="609600" lvl="0" indent="-457200">
              <a:spcBef>
                <a:spcPts val="0"/>
              </a:spcBef>
              <a:spcAft>
                <a:spcPts val="0"/>
              </a:spcAft>
              <a:buSzPts val="1800"/>
              <a:buChar char="●"/>
              <a:defRPr/>
            </a:lvl1pPr>
            <a:lvl2pPr marL="1219200" lvl="1" indent="-423545">
              <a:spcBef>
                <a:spcPts val="0"/>
              </a:spcBef>
              <a:spcAft>
                <a:spcPts val="0"/>
              </a:spcAft>
              <a:buSzPts val="1400"/>
              <a:buChar char="○"/>
              <a:defRPr/>
            </a:lvl2pPr>
            <a:lvl3pPr marL="1828800" lvl="2" indent="-423545">
              <a:spcBef>
                <a:spcPts val="0"/>
              </a:spcBef>
              <a:spcAft>
                <a:spcPts val="0"/>
              </a:spcAft>
              <a:buSzPts val="1400"/>
              <a:buChar char="■"/>
              <a:defRPr/>
            </a:lvl3pPr>
            <a:lvl4pPr marL="2438400" lvl="3" indent="-423545">
              <a:spcBef>
                <a:spcPts val="0"/>
              </a:spcBef>
              <a:spcAft>
                <a:spcPts val="0"/>
              </a:spcAft>
              <a:buSzPts val="1400"/>
              <a:buChar char="●"/>
              <a:defRPr/>
            </a:lvl4pPr>
            <a:lvl5pPr marL="3048000" lvl="4" indent="-423545">
              <a:spcBef>
                <a:spcPts val="0"/>
              </a:spcBef>
              <a:spcAft>
                <a:spcPts val="0"/>
              </a:spcAft>
              <a:buSzPts val="1400"/>
              <a:buChar char="○"/>
              <a:defRPr/>
            </a:lvl5pPr>
            <a:lvl6pPr marL="3657600" lvl="5" indent="-423545">
              <a:spcBef>
                <a:spcPts val="0"/>
              </a:spcBef>
              <a:spcAft>
                <a:spcPts val="0"/>
              </a:spcAft>
              <a:buSzPts val="1400"/>
              <a:buChar char="■"/>
              <a:defRPr/>
            </a:lvl6pPr>
            <a:lvl7pPr marL="4267200" lvl="6" indent="-423545">
              <a:spcBef>
                <a:spcPts val="0"/>
              </a:spcBef>
              <a:spcAft>
                <a:spcPts val="0"/>
              </a:spcAft>
              <a:buSzPts val="1400"/>
              <a:buChar char="●"/>
              <a:defRPr/>
            </a:lvl7pPr>
            <a:lvl8pPr marL="4876800" lvl="7" indent="-423545">
              <a:spcBef>
                <a:spcPts val="0"/>
              </a:spcBef>
              <a:spcAft>
                <a:spcPts val="0"/>
              </a:spcAft>
              <a:buSzPts val="1400"/>
              <a:buChar char="○"/>
              <a:defRPr/>
            </a:lvl8pPr>
            <a:lvl9pPr marL="5486400" lvl="8" indent="-423545">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lang="en-GB"/>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415600" y="5640767"/>
            <a:ext cx="7998400" cy="806800"/>
          </a:xfrm>
          <a:prstGeom prst="rect">
            <a:avLst/>
          </a:prstGeom>
        </p:spPr>
        <p:txBody>
          <a:bodyPr spcFirstLastPara="1" wrap="square" lIns="91425" tIns="91425" rIns="91425" bIns="91425" anchor="ctr" anchorCtr="0">
            <a:normAutofit/>
          </a:bodyPr>
          <a:lstStyle>
            <a:lvl1pPr marL="609600" lvl="0" indent="-3048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lang="en-GB"/>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415600" y="1474833"/>
            <a:ext cx="11360800" cy="26180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6000"/>
            </a:lvl1pPr>
            <a:lvl2pPr lvl="1" algn="ctr">
              <a:spcBef>
                <a:spcPts val="0"/>
              </a:spcBef>
              <a:spcAft>
                <a:spcPts val="0"/>
              </a:spcAft>
              <a:buSzPts val="12000"/>
              <a:buNone/>
              <a:defRPr sz="16000"/>
            </a:lvl2pPr>
            <a:lvl3pPr lvl="2" algn="ctr">
              <a:spcBef>
                <a:spcPts val="0"/>
              </a:spcBef>
              <a:spcAft>
                <a:spcPts val="0"/>
              </a:spcAft>
              <a:buSzPts val="12000"/>
              <a:buNone/>
              <a:defRPr sz="16000"/>
            </a:lvl3pPr>
            <a:lvl4pPr lvl="3" algn="ctr">
              <a:spcBef>
                <a:spcPts val="0"/>
              </a:spcBef>
              <a:spcAft>
                <a:spcPts val="0"/>
              </a:spcAft>
              <a:buSzPts val="12000"/>
              <a:buNone/>
              <a:defRPr sz="16000"/>
            </a:lvl4pPr>
            <a:lvl5pPr lvl="4" algn="ctr">
              <a:spcBef>
                <a:spcPts val="0"/>
              </a:spcBef>
              <a:spcAft>
                <a:spcPts val="0"/>
              </a:spcAft>
              <a:buSzPts val="12000"/>
              <a:buNone/>
              <a:defRPr sz="16000"/>
            </a:lvl5pPr>
            <a:lvl6pPr lvl="5" algn="ctr">
              <a:spcBef>
                <a:spcPts val="0"/>
              </a:spcBef>
              <a:spcAft>
                <a:spcPts val="0"/>
              </a:spcAft>
              <a:buSzPts val="12000"/>
              <a:buNone/>
              <a:defRPr sz="16000"/>
            </a:lvl6pPr>
            <a:lvl7pPr lvl="6" algn="ctr">
              <a:spcBef>
                <a:spcPts val="0"/>
              </a:spcBef>
              <a:spcAft>
                <a:spcPts val="0"/>
              </a:spcAft>
              <a:buSzPts val="12000"/>
              <a:buNone/>
              <a:defRPr sz="16000"/>
            </a:lvl7pPr>
            <a:lvl8pPr lvl="7" algn="ctr">
              <a:spcBef>
                <a:spcPts val="0"/>
              </a:spcBef>
              <a:spcAft>
                <a:spcPts val="0"/>
              </a:spcAft>
              <a:buSzPts val="12000"/>
              <a:buNone/>
              <a:defRPr sz="16000"/>
            </a:lvl8pPr>
            <a:lvl9pPr lvl="8" algn="ctr">
              <a:spcBef>
                <a:spcPts val="0"/>
              </a:spcBef>
              <a:spcAft>
                <a:spcPts val="0"/>
              </a:spcAft>
              <a:buSzPts val="12000"/>
              <a:buNone/>
              <a:defRPr sz="16000"/>
            </a:lvl9pPr>
          </a:lstStyle>
          <a:p>
            <a:r>
              <a:t>xx%</a:t>
            </a:r>
          </a:p>
        </p:txBody>
      </p:sp>
      <p:sp>
        <p:nvSpPr>
          <p:cNvPr id="46" name="Google Shape;46;p11"/>
          <p:cNvSpPr txBox="1">
            <a:spLocks noGrp="1"/>
          </p:cNvSpPr>
          <p:nvPr>
            <p:ph type="body" idx="1"/>
          </p:nvPr>
        </p:nvSpPr>
        <p:spPr>
          <a:xfrm>
            <a:off x="415600" y="4202967"/>
            <a:ext cx="11360800" cy="1734400"/>
          </a:xfrm>
          <a:prstGeom prst="rect">
            <a:avLst/>
          </a:prstGeom>
        </p:spPr>
        <p:txBody>
          <a:bodyPr spcFirstLastPara="1" wrap="square" lIns="91425" tIns="91425" rIns="91425" bIns="91425" anchor="t" anchorCtr="0">
            <a:normAutofit/>
          </a:bodyPr>
          <a:lstStyle>
            <a:lvl1pPr marL="609600" lvl="0" indent="-457200" algn="ctr">
              <a:spcBef>
                <a:spcPts val="0"/>
              </a:spcBef>
              <a:spcAft>
                <a:spcPts val="0"/>
              </a:spcAft>
              <a:buSzPts val="1800"/>
              <a:buChar char="●"/>
              <a:defRPr/>
            </a:lvl1pPr>
            <a:lvl2pPr marL="1219200" lvl="1" indent="-423545" algn="ctr">
              <a:spcBef>
                <a:spcPts val="0"/>
              </a:spcBef>
              <a:spcAft>
                <a:spcPts val="0"/>
              </a:spcAft>
              <a:buSzPts val="1400"/>
              <a:buChar char="○"/>
              <a:defRPr/>
            </a:lvl2pPr>
            <a:lvl3pPr marL="1828800" lvl="2" indent="-423545" algn="ctr">
              <a:spcBef>
                <a:spcPts val="0"/>
              </a:spcBef>
              <a:spcAft>
                <a:spcPts val="0"/>
              </a:spcAft>
              <a:buSzPts val="1400"/>
              <a:buChar char="■"/>
              <a:defRPr/>
            </a:lvl3pPr>
            <a:lvl4pPr marL="2438400" lvl="3" indent="-423545" algn="ctr">
              <a:spcBef>
                <a:spcPts val="0"/>
              </a:spcBef>
              <a:spcAft>
                <a:spcPts val="0"/>
              </a:spcAft>
              <a:buSzPts val="1400"/>
              <a:buChar char="●"/>
              <a:defRPr/>
            </a:lvl4pPr>
            <a:lvl5pPr marL="3048000" lvl="4" indent="-423545" algn="ctr">
              <a:spcBef>
                <a:spcPts val="0"/>
              </a:spcBef>
              <a:spcAft>
                <a:spcPts val="0"/>
              </a:spcAft>
              <a:buSzPts val="1400"/>
              <a:buChar char="○"/>
              <a:defRPr/>
            </a:lvl5pPr>
            <a:lvl6pPr marL="3657600" lvl="5" indent="-423545" algn="ctr">
              <a:spcBef>
                <a:spcPts val="0"/>
              </a:spcBef>
              <a:spcAft>
                <a:spcPts val="0"/>
              </a:spcAft>
              <a:buSzPts val="1400"/>
              <a:buChar char="■"/>
              <a:defRPr/>
            </a:lvl6pPr>
            <a:lvl7pPr marL="4267200" lvl="6" indent="-423545" algn="ctr">
              <a:spcBef>
                <a:spcPts val="0"/>
              </a:spcBef>
              <a:spcAft>
                <a:spcPts val="0"/>
              </a:spcAft>
              <a:buSzPts val="1400"/>
              <a:buChar char="●"/>
              <a:defRPr/>
            </a:lvl7pPr>
            <a:lvl8pPr marL="4876800" lvl="7" indent="-423545" algn="ctr">
              <a:spcBef>
                <a:spcPts val="0"/>
              </a:spcBef>
              <a:spcAft>
                <a:spcPts val="0"/>
              </a:spcAft>
              <a:buSzPts val="1400"/>
              <a:buChar char="○"/>
              <a:defRPr/>
            </a:lvl8pPr>
            <a:lvl9pPr marL="5486400" lvl="8" indent="-423545"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lang="en-GB"/>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theme" Target="../theme/theme2.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slideLayout" Target="../slideLayouts/slideLayout21.xml"/><Relationship Id="rId5" Type="http://schemas.openxmlformats.org/officeDocument/2006/relationships/slideLayout" Target="../slideLayouts/slideLayout1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defRPr/>
            </a:pPr>
            <a:r>
              <a:rPr lang="en-US" dirty="0" smtClean="0"/>
              <a:t>Click to edit Master text styles</a:t>
            </a:r>
          </a:p>
          <a:p>
            <a:pPr lvl="1"/>
            <a:r>
              <a:rPr lang="en-US" dirty="0" smtClean="0"/>
              <a:t>Second level</a:t>
            </a:r>
          </a:p>
          <a:p>
            <a:pPr lvl="2"/>
            <a:r>
              <a:rPr lang="en-US" dirty="0" smtClean="0"/>
              <a:t>Third level</a:t>
            </a:r>
            <a:endParaRPr lang="en-US" dirty="0"/>
          </a:p>
          <a:p>
            <a:pPr lvl="3"/>
            <a:r>
              <a:rPr lang="en-US" dirty="0" smtClean="0"/>
              <a:t>Fourth level</a:t>
            </a:r>
            <a:endParaRPr lang="en-US" dirty="0"/>
          </a:p>
          <a:p>
            <a:pPr lvl="4"/>
            <a:r>
              <a:rPr lang="en-US" dirty="0" smtClean="0"/>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normAutofit/>
          </a:bodyPr>
          <a:lstStyle>
            <a:lvl1pPr algn="l">
              <a:defRPr sz="1200" baseline="0">
                <a:solidFill>
                  <a:schemeClr val="tx1">
                    <a:tint val="75000"/>
                  </a:schemeClr>
                </a:solidFill>
              </a:defRPr>
            </a:lvl1pPr>
          </a:lstStyle>
          <a:p>
            <a:fld id="{760FBDFE-C587-4B4C-A407-44438C67B59E}" type="datetimeFigureOut">
              <a:rPr lang="en-US" smtClean="0"/>
              <a:t>12/8/2025</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latin typeface="Calibri Light" panose="020F0302020204030204" pitchFamily="34" charset="0"/>
                <a:cs typeface="Calibri Light" panose="020F0302020204030204" pitchFamily="34" charset="0"/>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latin typeface="Calibri Light" panose="020F0302020204030204" pitchFamily="34" charset="0"/>
                <a:cs typeface="Calibri Light" panose="020F0302020204030204" pitchFamily="34" charset="0"/>
              </a:defRPr>
            </a:lvl1pPr>
          </a:lstStyle>
          <a:p>
            <a:fld id="{49AE70B2-8BF9-45C0-BB95-33D1B9D3A854}" type="slidenum">
              <a:rPr lang="en-US" smtClean="0"/>
              <a:t>‹N°›</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914400" rtl="0" eaLnBrk="1" latinLnBrk="0" hangingPunct="1">
        <a:lnSpc>
          <a:spcPct val="90000"/>
        </a:lnSpc>
        <a:spcBef>
          <a:spcPct val="0"/>
        </a:spcBef>
        <a:buNone/>
        <a:defRPr sz="4000" kern="1200">
          <a:solidFill>
            <a:schemeClr val="tx1"/>
          </a:solidFill>
          <a:latin typeface="Calibri Light" panose="020F0302020204030204" pitchFamily="34" charset="0"/>
          <a:ea typeface="+mj-ea"/>
          <a:cs typeface="+mj-cs"/>
        </a:defRPr>
      </a:lvl1pPr>
    </p:titleStyle>
    <p:body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sz="2800" b="0" kern="1200">
          <a:solidFill>
            <a:schemeClr val="tx1"/>
          </a:solidFill>
          <a:latin typeface="Calibri Light" panose="020F03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baseline="0">
          <a:solidFill>
            <a:schemeClr val="tx1"/>
          </a:solidFill>
          <a:latin typeface="Calibri Light" panose="020F03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baseline="0">
          <a:solidFill>
            <a:schemeClr val="tx1"/>
          </a:solidFill>
          <a:effectLst/>
          <a:latin typeface="Calibri Light" panose="020F0302020204030204" pitchFamily="34" charset="0"/>
          <a:ea typeface="+mn-ea"/>
          <a:cs typeface="Calibri Light" panose="020F030202020403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baseline="0">
          <a:solidFill>
            <a:schemeClr val="tx1"/>
          </a:solidFill>
          <a:effectLst/>
          <a:latin typeface="Calibri Light" panose="020F0302020204030204" pitchFamily="34" charset="0"/>
          <a:ea typeface="+mn-ea"/>
          <a:cs typeface="Calibri Light" panose="020F030202020403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baseline="0">
          <a:solidFill>
            <a:schemeClr val="tx1"/>
          </a:solidFill>
          <a:effectLst/>
          <a:latin typeface="Calibri Light" panose="020F0302020204030204" pitchFamily="34" charset="0"/>
          <a:ea typeface="+mn-ea"/>
          <a:cs typeface="Calibri Light" panose="020F03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3735">
                <a:solidFill>
                  <a:schemeClr val="dk1"/>
                </a:solidFill>
              </a:defRPr>
            </a:lvl1pPr>
            <a:lvl2pPr lvl="1">
              <a:spcBef>
                <a:spcPts val="0"/>
              </a:spcBef>
              <a:spcAft>
                <a:spcPts val="0"/>
              </a:spcAft>
              <a:buClr>
                <a:schemeClr val="dk1"/>
              </a:buClr>
              <a:buSzPts val="2800"/>
              <a:buNone/>
              <a:defRPr sz="3735">
                <a:solidFill>
                  <a:schemeClr val="dk1"/>
                </a:solidFill>
              </a:defRPr>
            </a:lvl2pPr>
            <a:lvl3pPr lvl="2">
              <a:spcBef>
                <a:spcPts val="0"/>
              </a:spcBef>
              <a:spcAft>
                <a:spcPts val="0"/>
              </a:spcAft>
              <a:buClr>
                <a:schemeClr val="dk1"/>
              </a:buClr>
              <a:buSzPts val="2800"/>
              <a:buNone/>
              <a:defRPr sz="3735">
                <a:solidFill>
                  <a:schemeClr val="dk1"/>
                </a:solidFill>
              </a:defRPr>
            </a:lvl3pPr>
            <a:lvl4pPr lvl="3">
              <a:spcBef>
                <a:spcPts val="0"/>
              </a:spcBef>
              <a:spcAft>
                <a:spcPts val="0"/>
              </a:spcAft>
              <a:buClr>
                <a:schemeClr val="dk1"/>
              </a:buClr>
              <a:buSzPts val="2800"/>
              <a:buNone/>
              <a:defRPr sz="3735">
                <a:solidFill>
                  <a:schemeClr val="dk1"/>
                </a:solidFill>
              </a:defRPr>
            </a:lvl4pPr>
            <a:lvl5pPr lvl="4">
              <a:spcBef>
                <a:spcPts val="0"/>
              </a:spcBef>
              <a:spcAft>
                <a:spcPts val="0"/>
              </a:spcAft>
              <a:buClr>
                <a:schemeClr val="dk1"/>
              </a:buClr>
              <a:buSzPts val="2800"/>
              <a:buNone/>
              <a:defRPr sz="3735">
                <a:solidFill>
                  <a:schemeClr val="dk1"/>
                </a:solidFill>
              </a:defRPr>
            </a:lvl5pPr>
            <a:lvl6pPr lvl="5">
              <a:spcBef>
                <a:spcPts val="0"/>
              </a:spcBef>
              <a:spcAft>
                <a:spcPts val="0"/>
              </a:spcAft>
              <a:buClr>
                <a:schemeClr val="dk1"/>
              </a:buClr>
              <a:buSzPts val="2800"/>
              <a:buNone/>
              <a:defRPr sz="3735">
                <a:solidFill>
                  <a:schemeClr val="dk1"/>
                </a:solidFill>
              </a:defRPr>
            </a:lvl6pPr>
            <a:lvl7pPr lvl="6">
              <a:spcBef>
                <a:spcPts val="0"/>
              </a:spcBef>
              <a:spcAft>
                <a:spcPts val="0"/>
              </a:spcAft>
              <a:buClr>
                <a:schemeClr val="dk1"/>
              </a:buClr>
              <a:buSzPts val="2800"/>
              <a:buNone/>
              <a:defRPr sz="3735">
                <a:solidFill>
                  <a:schemeClr val="dk1"/>
                </a:solidFill>
              </a:defRPr>
            </a:lvl7pPr>
            <a:lvl8pPr lvl="7">
              <a:spcBef>
                <a:spcPts val="0"/>
              </a:spcBef>
              <a:spcAft>
                <a:spcPts val="0"/>
              </a:spcAft>
              <a:buClr>
                <a:schemeClr val="dk1"/>
              </a:buClr>
              <a:buSzPts val="2800"/>
              <a:buNone/>
              <a:defRPr sz="3735">
                <a:solidFill>
                  <a:schemeClr val="dk1"/>
                </a:solidFill>
              </a:defRPr>
            </a:lvl8pPr>
            <a:lvl9pPr lvl="8">
              <a:spcBef>
                <a:spcPts val="0"/>
              </a:spcBef>
              <a:spcAft>
                <a:spcPts val="0"/>
              </a:spcAft>
              <a:buClr>
                <a:schemeClr val="dk1"/>
              </a:buClr>
              <a:buSzPts val="2800"/>
              <a:buNone/>
              <a:defRPr sz="3735">
                <a:solidFill>
                  <a:schemeClr val="dk1"/>
                </a:solidFill>
              </a:defRPr>
            </a:lvl9pPr>
          </a:lstStyle>
          <a:p>
            <a:endParaRPr/>
          </a:p>
        </p:txBody>
      </p:sp>
      <p:sp>
        <p:nvSpPr>
          <p:cNvPr id="7" name="Google Shape;7;p1"/>
          <p:cNvSpPr txBox="1">
            <a:spLocks noGrp="1"/>
          </p:cNvSpPr>
          <p:nvPr>
            <p:ph type="body" idx="1"/>
          </p:nvPr>
        </p:nvSpPr>
        <p:spPr>
          <a:xfrm>
            <a:off x="415600" y="1536633"/>
            <a:ext cx="11360800" cy="4555200"/>
          </a:xfrm>
          <a:prstGeom prst="rect">
            <a:avLst/>
          </a:prstGeom>
          <a:noFill/>
          <a:ln>
            <a:noFill/>
          </a:ln>
        </p:spPr>
        <p:txBody>
          <a:bodyPr spcFirstLastPara="1" wrap="square" lIns="91425" tIns="91425" rIns="91425" bIns="91425" anchor="t" anchorCtr="0">
            <a:normAutofit/>
          </a:bodyPr>
          <a:lstStyle>
            <a:lvl1pPr marL="609600" lvl="0" indent="-457200">
              <a:lnSpc>
                <a:spcPct val="115000"/>
              </a:lnSpc>
              <a:spcBef>
                <a:spcPts val="0"/>
              </a:spcBef>
              <a:spcAft>
                <a:spcPts val="0"/>
              </a:spcAft>
              <a:buClr>
                <a:schemeClr val="dk2"/>
              </a:buClr>
              <a:buSzPts val="1800"/>
              <a:buChar char="●"/>
              <a:defRPr sz="2400">
                <a:solidFill>
                  <a:schemeClr val="dk2"/>
                </a:solidFill>
              </a:defRPr>
            </a:lvl1pPr>
            <a:lvl2pPr marL="1219200" lvl="1" indent="-423545">
              <a:lnSpc>
                <a:spcPct val="115000"/>
              </a:lnSpc>
              <a:spcBef>
                <a:spcPts val="0"/>
              </a:spcBef>
              <a:spcAft>
                <a:spcPts val="0"/>
              </a:spcAft>
              <a:buClr>
                <a:schemeClr val="dk2"/>
              </a:buClr>
              <a:buSzPts val="1400"/>
              <a:buChar char="○"/>
              <a:defRPr>
                <a:solidFill>
                  <a:schemeClr val="dk2"/>
                </a:solidFill>
              </a:defRPr>
            </a:lvl2pPr>
            <a:lvl3pPr marL="1828800" lvl="2" indent="-423545">
              <a:lnSpc>
                <a:spcPct val="115000"/>
              </a:lnSpc>
              <a:spcBef>
                <a:spcPts val="0"/>
              </a:spcBef>
              <a:spcAft>
                <a:spcPts val="0"/>
              </a:spcAft>
              <a:buClr>
                <a:schemeClr val="dk2"/>
              </a:buClr>
              <a:buSzPts val="1400"/>
              <a:buChar char="■"/>
              <a:defRPr>
                <a:solidFill>
                  <a:schemeClr val="dk2"/>
                </a:solidFill>
              </a:defRPr>
            </a:lvl3pPr>
            <a:lvl4pPr marL="2438400" lvl="3" indent="-423545">
              <a:lnSpc>
                <a:spcPct val="115000"/>
              </a:lnSpc>
              <a:spcBef>
                <a:spcPts val="0"/>
              </a:spcBef>
              <a:spcAft>
                <a:spcPts val="0"/>
              </a:spcAft>
              <a:buClr>
                <a:schemeClr val="dk2"/>
              </a:buClr>
              <a:buSzPts val="1400"/>
              <a:buChar char="●"/>
              <a:defRPr>
                <a:solidFill>
                  <a:schemeClr val="dk2"/>
                </a:solidFill>
              </a:defRPr>
            </a:lvl4pPr>
            <a:lvl5pPr marL="3048000" lvl="4" indent="-423545">
              <a:lnSpc>
                <a:spcPct val="115000"/>
              </a:lnSpc>
              <a:spcBef>
                <a:spcPts val="0"/>
              </a:spcBef>
              <a:spcAft>
                <a:spcPts val="0"/>
              </a:spcAft>
              <a:buClr>
                <a:schemeClr val="dk2"/>
              </a:buClr>
              <a:buSzPts val="1400"/>
              <a:buChar char="○"/>
              <a:defRPr>
                <a:solidFill>
                  <a:schemeClr val="dk2"/>
                </a:solidFill>
              </a:defRPr>
            </a:lvl5pPr>
            <a:lvl6pPr marL="3657600" lvl="5" indent="-423545">
              <a:lnSpc>
                <a:spcPct val="115000"/>
              </a:lnSpc>
              <a:spcBef>
                <a:spcPts val="0"/>
              </a:spcBef>
              <a:spcAft>
                <a:spcPts val="0"/>
              </a:spcAft>
              <a:buClr>
                <a:schemeClr val="dk2"/>
              </a:buClr>
              <a:buSzPts val="1400"/>
              <a:buChar char="■"/>
              <a:defRPr>
                <a:solidFill>
                  <a:schemeClr val="dk2"/>
                </a:solidFill>
              </a:defRPr>
            </a:lvl6pPr>
            <a:lvl7pPr marL="4267200" lvl="6" indent="-423545">
              <a:lnSpc>
                <a:spcPct val="115000"/>
              </a:lnSpc>
              <a:spcBef>
                <a:spcPts val="0"/>
              </a:spcBef>
              <a:spcAft>
                <a:spcPts val="0"/>
              </a:spcAft>
              <a:buClr>
                <a:schemeClr val="dk2"/>
              </a:buClr>
              <a:buSzPts val="1400"/>
              <a:buChar char="●"/>
              <a:defRPr>
                <a:solidFill>
                  <a:schemeClr val="dk2"/>
                </a:solidFill>
              </a:defRPr>
            </a:lvl7pPr>
            <a:lvl8pPr marL="4876800" lvl="7" indent="-423545">
              <a:lnSpc>
                <a:spcPct val="115000"/>
              </a:lnSpc>
              <a:spcBef>
                <a:spcPts val="0"/>
              </a:spcBef>
              <a:spcAft>
                <a:spcPts val="0"/>
              </a:spcAft>
              <a:buClr>
                <a:schemeClr val="dk2"/>
              </a:buClr>
              <a:buSzPts val="1400"/>
              <a:buChar char="○"/>
              <a:defRPr>
                <a:solidFill>
                  <a:schemeClr val="dk2"/>
                </a:solidFill>
              </a:defRPr>
            </a:lvl8pPr>
            <a:lvl9pPr marL="5486400" lvl="8" indent="-423545">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rmAutofit/>
          </a:bodyPr>
          <a:lstStyle>
            <a:lvl1pPr lvl="0" algn="r">
              <a:buNone/>
              <a:defRPr sz="1335">
                <a:solidFill>
                  <a:schemeClr val="dk2"/>
                </a:solidFill>
              </a:defRPr>
            </a:lvl1pPr>
            <a:lvl2pPr lvl="1" algn="r">
              <a:buNone/>
              <a:defRPr sz="1335">
                <a:solidFill>
                  <a:schemeClr val="dk2"/>
                </a:solidFill>
              </a:defRPr>
            </a:lvl2pPr>
            <a:lvl3pPr lvl="2" algn="r">
              <a:buNone/>
              <a:defRPr sz="1335">
                <a:solidFill>
                  <a:schemeClr val="dk2"/>
                </a:solidFill>
              </a:defRPr>
            </a:lvl3pPr>
            <a:lvl4pPr lvl="3" algn="r">
              <a:buNone/>
              <a:defRPr sz="1335">
                <a:solidFill>
                  <a:schemeClr val="dk2"/>
                </a:solidFill>
              </a:defRPr>
            </a:lvl4pPr>
            <a:lvl5pPr lvl="4" algn="r">
              <a:buNone/>
              <a:defRPr sz="1335">
                <a:solidFill>
                  <a:schemeClr val="dk2"/>
                </a:solidFill>
              </a:defRPr>
            </a:lvl5pPr>
            <a:lvl6pPr lvl="5" algn="r">
              <a:buNone/>
              <a:defRPr sz="1335">
                <a:solidFill>
                  <a:schemeClr val="dk2"/>
                </a:solidFill>
              </a:defRPr>
            </a:lvl6pPr>
            <a:lvl7pPr lvl="6" algn="r">
              <a:buNone/>
              <a:defRPr sz="1335">
                <a:solidFill>
                  <a:schemeClr val="dk2"/>
                </a:solidFill>
              </a:defRPr>
            </a:lvl7pPr>
            <a:lvl8pPr lvl="7" algn="r">
              <a:buNone/>
              <a:defRPr sz="1335">
                <a:solidFill>
                  <a:schemeClr val="dk2"/>
                </a:solidFill>
              </a:defRPr>
            </a:lvl8pPr>
            <a:lvl9pPr lvl="8" algn="r">
              <a:buNone/>
              <a:defRPr sz="1335">
                <a:solidFill>
                  <a:schemeClr val="dk2"/>
                </a:solidFill>
              </a:defRPr>
            </a:lvl9pPr>
          </a:lstStyle>
          <a:p>
            <a:pPr marL="0" lvl="0" indent="0" algn="r" rtl="0">
              <a:spcBef>
                <a:spcPts val="0"/>
              </a:spcBef>
              <a:spcAft>
                <a:spcPts val="0"/>
              </a:spcAft>
              <a:buNone/>
            </a:pPr>
            <a:fld id="{00000000-1234-1234-1234-123412341234}" type="slidenum">
              <a:rPr lang="en-GB"/>
              <a:t>‹N°›</a:t>
            </a:fld>
            <a:endParaRPr lang="en-GB"/>
          </a:p>
        </p:txBody>
      </p:sp>
    </p:spTree>
  </p:cSld>
  <p:clrMap bg1="lt1" tx1="dk1" bg2="dk2" tx2="lt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notesSlide" Target="../notesSlides/notesSlide2.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slideLayout" Target="../slideLayouts/slideLayout1.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0" Type="http://schemas.openxmlformats.org/officeDocument/2006/relationships/tags" Target="../tags/tag10.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image" Target="../media/image1.jpeg"/></Relationships>
</file>

<file path=ppt/slides/_rels/slide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1"/>
          <p:cNvSpPr txBox="1">
            <a:spLocks noGrp="1"/>
          </p:cNvSpPr>
          <p:nvPr>
            <p:ph type="sldNum" idx="12"/>
          </p:nvPr>
        </p:nvSpPr>
        <p:spPr>
          <a:xfrm>
            <a:off x="11296611" y="6217623"/>
            <a:ext cx="731600" cy="524800"/>
          </a:xfrm>
          <a:prstGeom prst="rect">
            <a:avLst/>
          </a:prstGeom>
          <a:noFill/>
          <a:ln>
            <a:noFill/>
          </a:ln>
        </p:spPr>
        <p:txBody>
          <a:bodyPr spcFirstLastPara="1" wrap="square" lIns="121900" tIns="121900" rIns="121900" bIns="121900" anchor="ctr" anchorCtr="0">
            <a:normAutofit/>
          </a:bodyPr>
          <a:lstStyle/>
          <a:p>
            <a:pPr marL="0" lvl="0" indent="0" algn="r" rtl="0">
              <a:lnSpc>
                <a:spcPct val="100000"/>
              </a:lnSpc>
              <a:spcBef>
                <a:spcPts val="0"/>
              </a:spcBef>
              <a:spcAft>
                <a:spcPts val="0"/>
              </a:spcAft>
              <a:buSzPts val="1000"/>
              <a:buNone/>
            </a:pPr>
            <a:fld id="{00000000-1234-1234-1234-123412341234}" type="slidenum">
              <a:rPr lang="en-GB" sz="1600"/>
              <a:t>1</a:t>
            </a:fld>
            <a:endParaRPr lang="en-GB" sz="1600"/>
          </a:p>
        </p:txBody>
      </p:sp>
      <p:sp>
        <p:nvSpPr>
          <p:cNvPr id="167" name="Google Shape;167;p1"/>
          <p:cNvSpPr txBox="1"/>
          <p:nvPr/>
        </p:nvSpPr>
        <p:spPr>
          <a:xfrm>
            <a:off x="295033" y="5920417"/>
            <a:ext cx="3302000" cy="34861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700"/>
              <a:buFont typeface="Arial" panose="020B0604020202020204"/>
              <a:buNone/>
            </a:pPr>
            <a:r>
              <a:rPr lang="en-GB" sz="2265" b="0" i="0" u="none" strike="noStrike" cap="none">
                <a:solidFill>
                  <a:srgbClr val="FFFFFF"/>
                </a:solidFill>
                <a:latin typeface="Arial" panose="020B0604020202020204"/>
                <a:ea typeface="Arial" panose="020B0604020202020204"/>
                <a:cs typeface="Arial" panose="020B0604020202020204"/>
                <a:sym typeface="Arial" panose="020B0604020202020204"/>
              </a:rPr>
              <a:t>October 2024</a:t>
            </a:r>
            <a:endParaRPr sz="2265"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pic>
        <p:nvPicPr>
          <p:cNvPr id="168" name="Google Shape;168;p1"/>
          <p:cNvPicPr preferRelativeResize="0"/>
          <p:nvPr/>
        </p:nvPicPr>
        <p:blipFill rotWithShape="1">
          <a:blip r:embed="rId3"/>
          <a:srcRect l="-17785"/>
          <a:stretch>
            <a:fillRect/>
          </a:stretch>
        </p:blipFill>
        <p:spPr>
          <a:xfrm>
            <a:off x="-683503" y="1646443"/>
            <a:ext cx="4526453" cy="3703151"/>
          </a:xfrm>
          <a:prstGeom prst="rect">
            <a:avLst/>
          </a:prstGeom>
          <a:noFill/>
          <a:ln>
            <a:noFill/>
          </a:ln>
        </p:spPr>
      </p:pic>
      <p:sp>
        <p:nvSpPr>
          <p:cNvPr id="169" name="Google Shape;169;p1"/>
          <p:cNvSpPr txBox="1"/>
          <p:nvPr/>
        </p:nvSpPr>
        <p:spPr>
          <a:xfrm>
            <a:off x="4719955" y="1537970"/>
            <a:ext cx="7215505" cy="122301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500"/>
              <a:buFont typeface="Arial" panose="020B0604020202020204"/>
              <a:buNone/>
            </a:pPr>
            <a:r>
              <a:rPr lang="fr-FR" sz="4000" i="0" u="none" strike="noStrike" cap="none" dirty="0" err="1">
                <a:solidFill>
                  <a:srgbClr val="145ABE"/>
                </a:solidFill>
                <a:latin typeface="Times New Roman" panose="02020603050405020304"/>
                <a:ea typeface="Times New Roman" panose="02020603050405020304"/>
                <a:cs typeface="Times New Roman" panose="02020603050405020304"/>
                <a:sym typeface="Times New Roman" panose="02020603050405020304"/>
              </a:rPr>
              <a:t>REVUE ANNUELLE 2025 DU PEV</a:t>
            </a:r>
          </a:p>
          <a:p>
            <a:pPr marL="0" marR="0" lvl="0" indent="0" algn="l" rtl="0">
              <a:lnSpc>
                <a:spcPct val="100000"/>
              </a:lnSpc>
              <a:spcBef>
                <a:spcPts val="0"/>
              </a:spcBef>
              <a:spcAft>
                <a:spcPts val="0"/>
              </a:spcAft>
              <a:buClr>
                <a:srgbClr val="000000"/>
              </a:buClr>
              <a:buSzPts val="1500"/>
              <a:buFont typeface="Arial" panose="020B0604020202020204"/>
              <a:buNone/>
            </a:pPr>
            <a:endParaRPr lang="fr-FR" altLang="en-GB" sz="4000" i="0" u="none" strike="noStrike" cap="none" dirty="0" err="1">
              <a:solidFill>
                <a:srgbClr val="145ABE"/>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0" name="Google Shape;170;p1"/>
          <p:cNvSpPr/>
          <p:nvPr/>
        </p:nvSpPr>
        <p:spPr>
          <a:xfrm>
            <a:off x="3660828" y="1516400"/>
            <a:ext cx="373600" cy="1867200"/>
          </a:xfrm>
          <a:prstGeom prst="rect">
            <a:avLst/>
          </a:prstGeom>
          <a:solidFill>
            <a:srgbClr val="145ABE"/>
          </a:solidFill>
          <a:ln>
            <a:noFill/>
          </a:ln>
        </p:spPr>
        <p:txBody>
          <a:bodyPr spcFirstLastPara="1" wrap="square" lIns="91433" tIns="91433" rIns="91433" bIns="91433" anchor="ctr" anchorCtr="0">
            <a:noAutofit/>
          </a:bodyPr>
          <a:lstStyle/>
          <a:p>
            <a:pPr marL="0" marR="0" lvl="0" indent="0" algn="l" rtl="0">
              <a:lnSpc>
                <a:spcPct val="100000"/>
              </a:lnSpc>
              <a:spcBef>
                <a:spcPts val="0"/>
              </a:spcBef>
              <a:spcAft>
                <a:spcPts val="0"/>
              </a:spcAft>
              <a:buClr>
                <a:srgbClr val="000000"/>
              </a:buClr>
              <a:buSzPts val="1100"/>
              <a:buFont typeface="Arial" panose="020B0604020202020204"/>
              <a:buNone/>
            </a:pPr>
            <a:endParaRPr sz="1465"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 name="Google Shape;169;p1"/>
          <p:cNvSpPr txBox="1"/>
          <p:nvPr/>
        </p:nvSpPr>
        <p:spPr>
          <a:xfrm>
            <a:off x="4719955" y="3383915"/>
            <a:ext cx="7215505" cy="106426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500"/>
              <a:buFont typeface="Arial" panose="020B0604020202020204"/>
              <a:buNone/>
            </a:pPr>
            <a:r>
              <a:rPr lang="fr-FR" sz="3600" b="1">
                <a:solidFill>
                  <a:srgbClr val="00B0F0"/>
                </a:solidFill>
                <a:latin typeface="Times New Roman" panose="02020603050405020304"/>
                <a:ea typeface="Times New Roman" panose="02020603050405020304"/>
                <a:cs typeface="Times New Roman" panose="02020603050405020304"/>
                <a:sym typeface="Times New Roman" panose="02020603050405020304"/>
              </a:rPr>
              <a:t>Zones de Santé Spéciales</a:t>
            </a:r>
            <a:r>
              <a:rPr lang="fr-FR" sz="3600" b="1" i="0" u="none" strike="noStrike" cap="none" dirty="0" err="1">
                <a:solidFill>
                  <a:srgbClr val="145ABE"/>
                </a:solidFill>
                <a:latin typeface="Times New Roman" panose="02020603050405020304"/>
                <a:ea typeface="Times New Roman" panose="02020603050405020304"/>
                <a:cs typeface="Times New Roman" panose="02020603050405020304"/>
                <a:sym typeface="Times New Roman" panose="02020603050405020304"/>
              </a:rPr>
              <a:t> </a:t>
            </a:r>
            <a:r>
              <a:rPr lang="fr-FR" sz="2000" b="1" i="0" u="none" strike="noStrike" cap="none" dirty="0" err="1">
                <a:solidFill>
                  <a:srgbClr val="145ABE"/>
                </a:solidFill>
                <a:latin typeface="Times New Roman" panose="02020603050405020304"/>
                <a:ea typeface="Times New Roman" panose="02020603050405020304"/>
                <a:cs typeface="Times New Roman" panose="02020603050405020304"/>
                <a:sym typeface="Times New Roman" panose="02020603050405020304"/>
              </a:rPr>
              <a:t>  </a:t>
            </a:r>
            <a:endParaRPr sz="1400" b="1" i="0" u="none" strike="noStrike" cap="none" dirty="0">
              <a:solidFill>
                <a:srgbClr val="145ABE"/>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rgbClr val="000000"/>
              </a:buClr>
              <a:buSzPts val="1500"/>
              <a:buFont typeface="Arial" panose="020B0604020202020204"/>
              <a:buNone/>
            </a:pPr>
            <a:endParaRPr sz="1400" b="1" i="0" u="none" strike="noStrike" cap="none" dirty="0">
              <a:solidFill>
                <a:srgbClr val="145ABE"/>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rgbClr val="000000"/>
              </a:buClr>
              <a:buSzPts val="1500"/>
              <a:buFont typeface="Arial" panose="020B0604020202020204"/>
              <a:buNone/>
            </a:pPr>
            <a:r>
              <a:rPr lang="en-GB" sz="1400" b="1" i="0" u="none" strike="noStrike" cap="none" dirty="0">
                <a:solidFill>
                  <a:srgbClr val="145ABE"/>
                </a:solidFill>
                <a:latin typeface="Times New Roman" panose="02020603050405020304"/>
                <a:ea typeface="Times New Roman" panose="02020603050405020304"/>
                <a:cs typeface="Times New Roman" panose="02020603050405020304"/>
                <a:sym typeface="Times New Roman" panose="02020603050405020304"/>
              </a:rPr>
              <a:t> </a:t>
            </a:r>
            <a:endParaRPr sz="10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1500"/>
              <a:buFont typeface="Arial" panose="020B0604020202020204"/>
              <a:buNone/>
            </a:pPr>
            <a:endParaRPr lang="fr-FR" altLang="en-GB" sz="10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p:txBody>
      </p:sp>
      <p:sp>
        <p:nvSpPr>
          <p:cNvPr id="3" name="Google Shape;169;p1"/>
          <p:cNvSpPr txBox="1"/>
          <p:nvPr/>
        </p:nvSpPr>
        <p:spPr>
          <a:xfrm>
            <a:off x="4812665" y="4765040"/>
            <a:ext cx="7215505" cy="63754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500"/>
              <a:buFont typeface="Arial" panose="020B0604020202020204"/>
              <a:buNone/>
            </a:pPr>
            <a:r>
              <a:rPr lang="fr-FR" sz="2800" i="0" u="none" strike="noStrike" cap="none" dirty="0" err="1">
                <a:solidFill>
                  <a:srgbClr val="145ABE"/>
                </a:solidFill>
                <a:latin typeface="Times New Roman" panose="02020603050405020304"/>
                <a:ea typeface="Times New Roman" panose="02020603050405020304"/>
                <a:cs typeface="Times New Roman" panose="02020603050405020304"/>
                <a:sym typeface="Times New Roman" panose="02020603050405020304"/>
              </a:rPr>
              <a:t>Decembre 2025</a:t>
            </a:r>
            <a:r>
              <a:rPr lang="fr-FR" sz="3200" b="1" i="0" u="none" strike="noStrike" cap="none" dirty="0" err="1">
                <a:solidFill>
                  <a:srgbClr val="145ABE"/>
                </a:solidFill>
                <a:latin typeface="Times New Roman" panose="02020603050405020304"/>
                <a:ea typeface="Times New Roman" panose="02020603050405020304"/>
                <a:cs typeface="Times New Roman" panose="02020603050405020304"/>
                <a:sym typeface="Times New Roman" panose="02020603050405020304"/>
              </a:rPr>
              <a:t> </a:t>
            </a:r>
            <a:endParaRPr sz="2000" b="1" i="0" u="none" strike="noStrike" cap="none" dirty="0">
              <a:solidFill>
                <a:srgbClr val="145ABE"/>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rgbClr val="000000"/>
              </a:buClr>
              <a:buSzPts val="1500"/>
              <a:buFont typeface="Arial" panose="020B0604020202020204"/>
              <a:buNone/>
            </a:pPr>
            <a:endParaRPr sz="2000" b="1" i="0" u="none" strike="noStrike" cap="none" dirty="0">
              <a:solidFill>
                <a:srgbClr val="145ABE"/>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rgbClr val="000000"/>
              </a:buClr>
              <a:buSzPts val="1500"/>
              <a:buFont typeface="Arial" panose="020B0604020202020204"/>
              <a:buNone/>
            </a:pPr>
            <a:r>
              <a:rPr lang="en-GB" sz="2000" b="1" i="0" u="none" strike="noStrike" cap="none" dirty="0">
                <a:solidFill>
                  <a:srgbClr val="145ABE"/>
                </a:solidFill>
                <a:latin typeface="Times New Roman" panose="02020603050405020304"/>
                <a:ea typeface="Times New Roman" panose="02020603050405020304"/>
                <a:cs typeface="Times New Roman" panose="02020603050405020304"/>
                <a:sym typeface="Times New Roman" panose="02020603050405020304"/>
              </a:rPr>
              <a:t> </a:t>
            </a:r>
            <a:endParaRPr sz="1465"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1500"/>
              <a:buFont typeface="Arial" panose="020B0604020202020204"/>
              <a:buNone/>
            </a:pPr>
            <a:endParaRPr lang="fr-FR" altLang="en-GB" sz="2000" b="1" i="1" u="none" strike="noStrike" cap="none" dirty="0">
              <a:solidFill>
                <a:srgbClr val="145ABE"/>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1"/>
          <p:cNvSpPr txBox="1">
            <a:spLocks noGrp="1"/>
          </p:cNvSpPr>
          <p:nvPr>
            <p:ph type="sldNum" idx="12"/>
          </p:nvPr>
        </p:nvSpPr>
        <p:spPr>
          <a:xfrm>
            <a:off x="11296611" y="6217623"/>
            <a:ext cx="731600" cy="524800"/>
          </a:xfrm>
          <a:prstGeom prst="rect">
            <a:avLst/>
          </a:prstGeom>
          <a:noFill/>
          <a:ln>
            <a:noFill/>
          </a:ln>
        </p:spPr>
        <p:txBody>
          <a:bodyPr spcFirstLastPara="1" wrap="square" lIns="121900" tIns="121900" rIns="121900" bIns="121900" anchor="ctr" anchorCtr="0">
            <a:normAutofit/>
          </a:bodyPr>
          <a:lstStyle/>
          <a:p>
            <a:pPr marL="0" lvl="0" indent="0" algn="r" rtl="0">
              <a:lnSpc>
                <a:spcPct val="100000"/>
              </a:lnSpc>
              <a:spcBef>
                <a:spcPts val="0"/>
              </a:spcBef>
              <a:spcAft>
                <a:spcPts val="0"/>
              </a:spcAft>
              <a:buSzPts val="1000"/>
              <a:buNone/>
            </a:pPr>
            <a:fld id="{00000000-1234-1234-1234-123412341234}" type="slidenum">
              <a:rPr lang="en-GB" sz="1600"/>
              <a:t>2</a:t>
            </a:fld>
            <a:endParaRPr lang="en-GB" sz="1600"/>
          </a:p>
        </p:txBody>
      </p:sp>
      <p:sp>
        <p:nvSpPr>
          <p:cNvPr id="167" name="Google Shape;167;p1"/>
          <p:cNvSpPr txBox="1"/>
          <p:nvPr/>
        </p:nvSpPr>
        <p:spPr>
          <a:xfrm>
            <a:off x="295033" y="5920417"/>
            <a:ext cx="3302000" cy="34861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700"/>
              <a:buFont typeface="Arial" panose="020B0604020202020204"/>
              <a:buNone/>
            </a:pPr>
            <a:r>
              <a:rPr lang="en-GB" sz="2265" b="0" i="0" u="none" strike="noStrike" cap="none">
                <a:solidFill>
                  <a:srgbClr val="FFFFFF"/>
                </a:solidFill>
                <a:latin typeface="Arial" panose="020B0604020202020204"/>
                <a:ea typeface="Arial" panose="020B0604020202020204"/>
                <a:cs typeface="Arial" panose="020B0604020202020204"/>
                <a:sym typeface="Arial" panose="020B0604020202020204"/>
              </a:rPr>
              <a:t>October 2024</a:t>
            </a:r>
            <a:endParaRPr sz="2265"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pic>
        <p:nvPicPr>
          <p:cNvPr id="168" name="Google Shape;168;p1"/>
          <p:cNvPicPr preferRelativeResize="0"/>
          <p:nvPr/>
        </p:nvPicPr>
        <p:blipFill rotWithShape="1">
          <a:blip r:embed="rId14"/>
          <a:srcRect l="-17785"/>
          <a:stretch>
            <a:fillRect/>
          </a:stretch>
        </p:blipFill>
        <p:spPr>
          <a:xfrm>
            <a:off x="-683503" y="1646443"/>
            <a:ext cx="4526453" cy="3703151"/>
          </a:xfrm>
          <a:prstGeom prst="rect">
            <a:avLst/>
          </a:prstGeom>
          <a:noFill/>
          <a:ln>
            <a:noFill/>
          </a:ln>
        </p:spPr>
      </p:pic>
      <p:sp>
        <p:nvSpPr>
          <p:cNvPr id="170" name="Google Shape;170;p1"/>
          <p:cNvSpPr/>
          <p:nvPr/>
        </p:nvSpPr>
        <p:spPr>
          <a:xfrm>
            <a:off x="3660828" y="1516400"/>
            <a:ext cx="373600" cy="1867200"/>
          </a:xfrm>
          <a:prstGeom prst="rect">
            <a:avLst/>
          </a:prstGeom>
          <a:solidFill>
            <a:srgbClr val="145ABE"/>
          </a:solidFill>
          <a:ln>
            <a:noFill/>
          </a:ln>
        </p:spPr>
        <p:txBody>
          <a:bodyPr spcFirstLastPara="1" wrap="square" lIns="91433" tIns="91433" rIns="91433" bIns="91433" anchor="ctr" anchorCtr="0">
            <a:noAutofit/>
          </a:bodyPr>
          <a:lstStyle/>
          <a:p>
            <a:pPr marL="0" marR="0" lvl="0" indent="0" algn="l" rtl="0">
              <a:lnSpc>
                <a:spcPct val="100000"/>
              </a:lnSpc>
              <a:spcBef>
                <a:spcPts val="0"/>
              </a:spcBef>
              <a:spcAft>
                <a:spcPts val="0"/>
              </a:spcAft>
              <a:buClr>
                <a:srgbClr val="000000"/>
              </a:buClr>
              <a:buSzPts val="1100"/>
              <a:buFont typeface="Arial" panose="020B0604020202020204"/>
              <a:buNone/>
            </a:pPr>
            <a:endParaRPr sz="1465"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 name="Zone de texte 3"/>
          <p:cNvSpPr txBox="1"/>
          <p:nvPr/>
        </p:nvSpPr>
        <p:spPr>
          <a:xfrm>
            <a:off x="0" y="1652270"/>
            <a:ext cx="2216785" cy="829945"/>
          </a:xfrm>
          <a:prstGeom prst="rect">
            <a:avLst/>
          </a:prstGeom>
          <a:noFill/>
        </p:spPr>
        <p:txBody>
          <a:bodyPr wrap="square" rtlCol="0">
            <a:spAutoFit/>
          </a:bodyPr>
          <a:lstStyle/>
          <a:p>
            <a:r>
              <a:rPr lang="fr-FR" altLang="en-US" sz="4800">
                <a:solidFill>
                  <a:schemeClr val="bg1"/>
                </a:solidFill>
                <a:latin typeface="Arial Black" panose="020B0A04020102020204" charset="0"/>
                <a:cs typeface="Arial Black" panose="020B0A04020102020204" charset="0"/>
              </a:rPr>
              <a:t>PLAN</a:t>
            </a:r>
          </a:p>
        </p:txBody>
      </p:sp>
      <p:grpSp>
        <p:nvGrpSpPr>
          <p:cNvPr id="17" name="Grouper 16"/>
          <p:cNvGrpSpPr/>
          <p:nvPr>
            <p:custDataLst>
              <p:tags r:id="rId1"/>
            </p:custDataLst>
          </p:nvPr>
        </p:nvGrpSpPr>
        <p:grpSpPr>
          <a:xfrm>
            <a:off x="4811395" y="1704340"/>
            <a:ext cx="6224905" cy="4191635"/>
            <a:chOff x="7577" y="1109"/>
            <a:chExt cx="9803" cy="6601"/>
          </a:xfrm>
        </p:grpSpPr>
        <p:sp>
          <p:nvSpPr>
            <p:cNvPr id="5" name="序号"/>
            <p:cNvSpPr txBox="1"/>
            <p:nvPr>
              <p:custDataLst>
                <p:tags r:id="rId2"/>
              </p:custDataLst>
            </p:nvPr>
          </p:nvSpPr>
          <p:spPr>
            <a:xfrm>
              <a:off x="7577" y="1357"/>
              <a:ext cx="1787" cy="1387"/>
            </a:xfrm>
            <a:prstGeom prst="rect">
              <a:avLst/>
            </a:prstGeom>
            <a:noFill/>
          </p:spPr>
          <p:txBody>
            <a:bodyPr wrap="none" lIns="0" tIns="0" rIns="0" bIns="0" rtlCol="0" anchor="ctr" anchorCtr="0">
              <a:noAutofit/>
            </a:bodyPr>
            <a:lstStyle/>
            <a:p>
              <a:pPr algn="r">
                <a:lnSpc>
                  <a:spcPct val="100000"/>
                </a:lnSpc>
              </a:pPr>
              <a:r>
                <a:rPr lang="en-US" sz="4400" b="1" dirty="0">
                  <a:solidFill>
                    <a:schemeClr val="accent1">
                      <a:lumMod val="75000"/>
                    </a:schemeClr>
                  </a:solidFill>
                  <a:latin typeface="+mj-lt"/>
                </a:rPr>
                <a:t>01</a:t>
              </a:r>
            </a:p>
          </p:txBody>
        </p:sp>
        <p:sp>
          <p:nvSpPr>
            <p:cNvPr id="6" name="项标题"/>
            <p:cNvSpPr txBox="1"/>
            <p:nvPr>
              <p:custDataLst>
                <p:tags r:id="rId3"/>
              </p:custDataLst>
            </p:nvPr>
          </p:nvSpPr>
          <p:spPr>
            <a:xfrm>
              <a:off x="10752" y="1109"/>
              <a:ext cx="6628" cy="1635"/>
            </a:xfrm>
            <a:prstGeom prst="rect">
              <a:avLst/>
            </a:prstGeom>
            <a:noFill/>
          </p:spPr>
          <p:txBody>
            <a:bodyPr wrap="square" lIns="0" tIns="0" rIns="0" bIns="0" rtlCol="0" anchor="ctr" anchorCtr="0">
              <a:normAutofit/>
            </a:bodyPr>
            <a:lstStyle/>
            <a:p>
              <a:pPr>
                <a:lnSpc>
                  <a:spcPct val="100000"/>
                </a:lnSpc>
              </a:pPr>
              <a:r>
                <a:rPr lang="fr-FR" altLang="en-US" sz="2400" b="1" dirty="0">
                  <a:solidFill>
                    <a:schemeClr val="tx1">
                      <a:lumMod val="85000"/>
                      <a:lumOff val="15000"/>
                    </a:schemeClr>
                  </a:solidFill>
                  <a:latin typeface="+mj-lt"/>
                  <a:cs typeface="+mj-lt"/>
                </a:rPr>
                <a:t>Contexte </a:t>
              </a:r>
            </a:p>
          </p:txBody>
        </p:sp>
        <p:sp>
          <p:nvSpPr>
            <p:cNvPr id="7" name="序号"/>
            <p:cNvSpPr txBox="1"/>
            <p:nvPr>
              <p:custDataLst>
                <p:tags r:id="rId4"/>
              </p:custDataLst>
            </p:nvPr>
          </p:nvSpPr>
          <p:spPr>
            <a:xfrm>
              <a:off x="7577" y="2715"/>
              <a:ext cx="1787" cy="1162"/>
            </a:xfrm>
            <a:prstGeom prst="rect">
              <a:avLst/>
            </a:prstGeom>
            <a:noFill/>
          </p:spPr>
          <p:txBody>
            <a:bodyPr wrap="none" lIns="0" tIns="0" rIns="0" bIns="0" rtlCol="0" anchor="ctr" anchorCtr="0">
              <a:noAutofit/>
            </a:bodyPr>
            <a:lstStyle/>
            <a:p>
              <a:pPr algn="r">
                <a:lnSpc>
                  <a:spcPct val="100000"/>
                </a:lnSpc>
              </a:pPr>
              <a:r>
                <a:rPr lang="en-US" sz="4400" b="1">
                  <a:solidFill>
                    <a:schemeClr val="accent1">
                      <a:lumMod val="75000"/>
                    </a:schemeClr>
                  </a:solidFill>
                  <a:latin typeface="+mj-lt"/>
                </a:rPr>
                <a:t>02</a:t>
              </a:r>
            </a:p>
          </p:txBody>
        </p:sp>
        <p:sp>
          <p:nvSpPr>
            <p:cNvPr id="8" name="项标题"/>
            <p:cNvSpPr txBox="1"/>
            <p:nvPr>
              <p:custDataLst>
                <p:tags r:id="rId5"/>
              </p:custDataLst>
            </p:nvPr>
          </p:nvSpPr>
          <p:spPr>
            <a:xfrm>
              <a:off x="10752" y="2467"/>
              <a:ext cx="6628" cy="1409"/>
            </a:xfrm>
            <a:prstGeom prst="rect">
              <a:avLst/>
            </a:prstGeom>
            <a:noFill/>
          </p:spPr>
          <p:txBody>
            <a:bodyPr wrap="square" lIns="0" tIns="0" rIns="0" bIns="0" rtlCol="0" anchor="ctr" anchorCtr="0">
              <a:normAutofit/>
            </a:bodyPr>
            <a:lstStyle/>
            <a:p>
              <a:pPr>
                <a:lnSpc>
                  <a:spcPct val="100000"/>
                </a:lnSpc>
              </a:pPr>
              <a:r>
                <a:rPr lang="fr-FR" altLang="en-US" sz="2400" b="1" dirty="0">
                  <a:solidFill>
                    <a:schemeClr val="tx1">
                      <a:lumMod val="85000"/>
                      <a:lumOff val="15000"/>
                    </a:schemeClr>
                  </a:solidFill>
                  <a:latin typeface="+mj-lt"/>
                  <a:cs typeface="+mj-lt"/>
                </a:rPr>
                <a:t>Role de la zone de santé dans la gestion des épidémies </a:t>
              </a:r>
            </a:p>
          </p:txBody>
        </p:sp>
        <p:sp>
          <p:nvSpPr>
            <p:cNvPr id="9" name="序号"/>
            <p:cNvSpPr txBox="1"/>
            <p:nvPr>
              <p:custDataLst>
                <p:tags r:id="rId6"/>
              </p:custDataLst>
            </p:nvPr>
          </p:nvSpPr>
          <p:spPr>
            <a:xfrm>
              <a:off x="7577" y="3909"/>
              <a:ext cx="1787" cy="1162"/>
            </a:xfrm>
            <a:prstGeom prst="rect">
              <a:avLst/>
            </a:prstGeom>
            <a:noFill/>
          </p:spPr>
          <p:txBody>
            <a:bodyPr wrap="none" lIns="0" tIns="0" rIns="0" bIns="0" rtlCol="0" anchor="ctr" anchorCtr="0">
              <a:noAutofit/>
            </a:bodyPr>
            <a:lstStyle/>
            <a:p>
              <a:pPr algn="r">
                <a:lnSpc>
                  <a:spcPct val="100000"/>
                </a:lnSpc>
              </a:pPr>
              <a:r>
                <a:rPr lang="en-US" sz="4400" b="1">
                  <a:solidFill>
                    <a:schemeClr val="accent1">
                      <a:lumMod val="75000"/>
                    </a:schemeClr>
                  </a:solidFill>
                  <a:latin typeface="+mj-lt"/>
                </a:rPr>
                <a:t>0</a:t>
              </a:r>
              <a:r>
                <a:rPr lang="fr-FR" altLang="en-US" sz="4400" b="1">
                  <a:solidFill>
                    <a:schemeClr val="accent1">
                      <a:lumMod val="75000"/>
                    </a:schemeClr>
                  </a:solidFill>
                  <a:latin typeface="+mj-lt"/>
                </a:rPr>
                <a:t>3</a:t>
              </a:r>
            </a:p>
          </p:txBody>
        </p:sp>
        <p:sp>
          <p:nvSpPr>
            <p:cNvPr id="10" name="项标题"/>
            <p:cNvSpPr txBox="1"/>
            <p:nvPr>
              <p:custDataLst>
                <p:tags r:id="rId7"/>
              </p:custDataLst>
            </p:nvPr>
          </p:nvSpPr>
          <p:spPr>
            <a:xfrm>
              <a:off x="10752" y="3946"/>
              <a:ext cx="6628" cy="1409"/>
            </a:xfrm>
            <a:prstGeom prst="rect">
              <a:avLst/>
            </a:prstGeom>
            <a:noFill/>
          </p:spPr>
          <p:txBody>
            <a:bodyPr wrap="square" lIns="0" tIns="0" rIns="0" bIns="0" rtlCol="0" anchor="ctr" anchorCtr="0">
              <a:normAutofit/>
            </a:bodyPr>
            <a:lstStyle/>
            <a:p>
              <a:pPr>
                <a:lnSpc>
                  <a:spcPct val="100000"/>
                </a:lnSpc>
              </a:pPr>
              <a:r>
                <a:rPr lang="fr-FR" altLang="en-US" sz="2400" b="1" dirty="0">
                  <a:solidFill>
                    <a:schemeClr val="tx1">
                      <a:lumMod val="85000"/>
                      <a:lumOff val="15000"/>
                    </a:schemeClr>
                  </a:solidFill>
                  <a:latin typeface="+mj-lt"/>
                  <a:cs typeface="+mj-lt"/>
                </a:rPr>
                <a:t>Leçons apprises </a:t>
              </a:r>
            </a:p>
          </p:txBody>
        </p:sp>
        <p:sp>
          <p:nvSpPr>
            <p:cNvPr id="11" name="序号"/>
            <p:cNvSpPr txBox="1"/>
            <p:nvPr>
              <p:custDataLst>
                <p:tags r:id="rId8"/>
              </p:custDataLst>
            </p:nvPr>
          </p:nvSpPr>
          <p:spPr>
            <a:xfrm>
              <a:off x="7577" y="5218"/>
              <a:ext cx="1787" cy="1162"/>
            </a:xfrm>
            <a:prstGeom prst="rect">
              <a:avLst/>
            </a:prstGeom>
            <a:noFill/>
          </p:spPr>
          <p:txBody>
            <a:bodyPr wrap="none" lIns="0" tIns="0" rIns="0" bIns="0" rtlCol="0" anchor="ctr" anchorCtr="0">
              <a:noAutofit/>
            </a:bodyPr>
            <a:lstStyle/>
            <a:p>
              <a:pPr algn="r">
                <a:lnSpc>
                  <a:spcPct val="100000"/>
                </a:lnSpc>
              </a:pPr>
              <a:r>
                <a:rPr lang="en-US" sz="4400" b="1">
                  <a:solidFill>
                    <a:schemeClr val="accent1">
                      <a:lumMod val="75000"/>
                    </a:schemeClr>
                  </a:solidFill>
                  <a:latin typeface="+mj-lt"/>
                </a:rPr>
                <a:t>0</a:t>
              </a:r>
              <a:r>
                <a:rPr lang="fr-FR" altLang="en-US" sz="4400" b="1">
                  <a:solidFill>
                    <a:schemeClr val="accent1">
                      <a:lumMod val="75000"/>
                    </a:schemeClr>
                  </a:solidFill>
                  <a:latin typeface="+mj-lt"/>
                </a:rPr>
                <a:t>4</a:t>
              </a:r>
            </a:p>
          </p:txBody>
        </p:sp>
        <p:sp>
          <p:nvSpPr>
            <p:cNvPr id="12" name="项标题"/>
            <p:cNvSpPr txBox="1"/>
            <p:nvPr>
              <p:custDataLst>
                <p:tags r:id="rId9"/>
              </p:custDataLst>
            </p:nvPr>
          </p:nvSpPr>
          <p:spPr>
            <a:xfrm>
              <a:off x="10752" y="5150"/>
              <a:ext cx="6628" cy="1409"/>
            </a:xfrm>
            <a:prstGeom prst="rect">
              <a:avLst/>
            </a:prstGeom>
            <a:noFill/>
          </p:spPr>
          <p:txBody>
            <a:bodyPr wrap="square" lIns="0" tIns="0" rIns="0" bIns="0" rtlCol="0" anchor="ctr" anchorCtr="0">
              <a:normAutofit/>
            </a:bodyPr>
            <a:lstStyle/>
            <a:p>
              <a:pPr>
                <a:lnSpc>
                  <a:spcPct val="100000"/>
                </a:lnSpc>
              </a:pPr>
              <a:r>
                <a:rPr lang="fr-FR" altLang="en-US" sz="2400" b="1" dirty="0">
                  <a:solidFill>
                    <a:schemeClr val="tx1">
                      <a:lumMod val="85000"/>
                      <a:lumOff val="15000"/>
                    </a:schemeClr>
                  </a:solidFill>
                  <a:latin typeface="+mj-lt"/>
                  <a:cs typeface="+mj-lt"/>
                </a:rPr>
                <a:t>Difficultés encontrées</a:t>
              </a:r>
            </a:p>
          </p:txBody>
        </p:sp>
        <p:sp>
          <p:nvSpPr>
            <p:cNvPr id="13" name="序号"/>
            <p:cNvSpPr txBox="1"/>
            <p:nvPr>
              <p:custDataLst>
                <p:tags r:id="rId10"/>
              </p:custDataLst>
            </p:nvPr>
          </p:nvSpPr>
          <p:spPr>
            <a:xfrm>
              <a:off x="7577" y="6324"/>
              <a:ext cx="1787" cy="1162"/>
            </a:xfrm>
            <a:prstGeom prst="rect">
              <a:avLst/>
            </a:prstGeom>
            <a:noFill/>
          </p:spPr>
          <p:txBody>
            <a:bodyPr wrap="none" lIns="0" tIns="0" rIns="0" bIns="0" rtlCol="0" anchor="ctr" anchorCtr="0">
              <a:noAutofit/>
            </a:bodyPr>
            <a:lstStyle/>
            <a:p>
              <a:pPr algn="r">
                <a:lnSpc>
                  <a:spcPct val="100000"/>
                </a:lnSpc>
              </a:pPr>
              <a:r>
                <a:rPr lang="en-US" sz="4400" b="1">
                  <a:solidFill>
                    <a:schemeClr val="accent1">
                      <a:lumMod val="75000"/>
                    </a:schemeClr>
                  </a:solidFill>
                  <a:latin typeface="+mj-lt"/>
                </a:rPr>
                <a:t>0</a:t>
              </a:r>
              <a:r>
                <a:rPr lang="fr-FR" altLang="en-US" sz="4400" b="1">
                  <a:solidFill>
                    <a:schemeClr val="accent1">
                      <a:lumMod val="75000"/>
                    </a:schemeClr>
                  </a:solidFill>
                  <a:latin typeface="+mj-lt"/>
                </a:rPr>
                <a:t>5</a:t>
              </a:r>
            </a:p>
          </p:txBody>
        </p:sp>
        <p:sp>
          <p:nvSpPr>
            <p:cNvPr id="14" name="项标题"/>
            <p:cNvSpPr txBox="1"/>
            <p:nvPr>
              <p:custDataLst>
                <p:tags r:id="rId11"/>
              </p:custDataLst>
            </p:nvPr>
          </p:nvSpPr>
          <p:spPr>
            <a:xfrm>
              <a:off x="10752" y="6301"/>
              <a:ext cx="6628" cy="1409"/>
            </a:xfrm>
            <a:prstGeom prst="rect">
              <a:avLst/>
            </a:prstGeom>
            <a:noFill/>
          </p:spPr>
          <p:txBody>
            <a:bodyPr wrap="square" lIns="0" tIns="0" rIns="0" bIns="0" rtlCol="0" anchor="ctr" anchorCtr="0">
              <a:normAutofit/>
            </a:bodyPr>
            <a:lstStyle/>
            <a:p>
              <a:pPr>
                <a:lnSpc>
                  <a:spcPct val="100000"/>
                </a:lnSpc>
              </a:pPr>
              <a:r>
                <a:rPr lang="fr-FR" altLang="en-US" sz="2400" b="1" dirty="0">
                  <a:solidFill>
                    <a:schemeClr val="tx1">
                      <a:lumMod val="85000"/>
                      <a:lumOff val="15000"/>
                    </a:schemeClr>
                  </a:solidFill>
                  <a:latin typeface="+mj-lt"/>
                  <a:cs typeface="+mj-lt"/>
                </a:rPr>
                <a:t>Recommandations </a:t>
              </a:r>
            </a:p>
          </p:txBody>
        </p:sp>
      </p:gr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lvl="1" algn="l" rtl="0">
              <a:lnSpc>
                <a:spcPct val="90000"/>
              </a:lnSpc>
              <a:spcBef>
                <a:spcPct val="0"/>
              </a:spcBef>
            </a:pPr>
            <a:r>
              <a:rPr lang="fr-FR" altLang="en-US" sz="2800" dirty="0" smtClean="0"/>
              <a:t>Situation Géographique </a:t>
            </a:r>
            <a:br>
              <a:rPr lang="fr-FR" altLang="en-US" sz="2800" dirty="0" smtClean="0"/>
            </a:br>
            <a:endParaRPr lang="fr-FR" dirty="0"/>
          </a:p>
        </p:txBody>
      </p:sp>
      <p:graphicFrame>
        <p:nvGraphicFramePr>
          <p:cNvPr id="4" name="Espace réservé du contenu 3"/>
          <p:cNvGraphicFramePr>
            <a:graphicFrameLocks noGrp="1"/>
          </p:cNvGraphicFramePr>
          <p:nvPr>
            <p:ph idx="1"/>
          </p:nvPr>
        </p:nvGraphicFramePr>
        <p:xfrm>
          <a:off x="2838450" y="3804126"/>
          <a:ext cx="6134100" cy="394335"/>
        </p:xfrm>
        <a:graphic>
          <a:graphicData uri="http://schemas.openxmlformats.org/drawingml/2006/table">
            <a:tbl>
              <a:tblPr firstRow="1" firstCol="1" bandRow="1">
                <a:tableStyleId>{5C22544A-7EE6-4342-B048-85BDC9FD1C3A}</a:tableStyleId>
              </a:tblPr>
              <a:tblGrid>
                <a:gridCol w="6134100"/>
              </a:tblGrid>
              <a:tr h="394335">
                <a:tc>
                  <a:txBody>
                    <a:bodyPr/>
                    <a:lstStyle/>
                    <a:p>
                      <a:pPr algn="just">
                        <a:lnSpc>
                          <a:spcPct val="115000"/>
                        </a:lnSpc>
                        <a:spcAft>
                          <a:spcPts val="0"/>
                        </a:spcAft>
                      </a:pPr>
                      <a:r>
                        <a:rPr lang="fr-BE" sz="1200" dirty="0">
                          <a:effectLst/>
                        </a:rPr>
                        <a:t> </a:t>
                      </a:r>
                      <a:endParaRPr lang="fr-FR" sz="1100" dirty="0">
                        <a:effectLst/>
                        <a:latin typeface="Calibri"/>
                        <a:ea typeface="Calibri"/>
                        <a:cs typeface="Times New Roman"/>
                      </a:endParaRPr>
                    </a:p>
                  </a:txBody>
                  <a:tcPr marL="68580" marR="68580" marT="0" marB="0"/>
                </a:tc>
              </a:tr>
            </a:tbl>
          </a:graphicData>
        </a:graphic>
      </p:graphicFrame>
      <p:pic>
        <p:nvPicPr>
          <p:cNvPr id="1025" name="Image 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25378" y="1167063"/>
            <a:ext cx="10323359" cy="55224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09447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16"/>
          <p:cNvSpPr txBox="1"/>
          <p:nvPr/>
        </p:nvSpPr>
        <p:spPr>
          <a:xfrm>
            <a:off x="458592" y="317941"/>
            <a:ext cx="11274800" cy="731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SzPts val="1100"/>
              <a:buNone/>
            </a:pPr>
            <a:r>
              <a:rPr lang="fr-FR" altLang="en-GB" sz="4000" b="1">
                <a:solidFill>
                  <a:srgbClr val="1155CC"/>
                </a:solidFill>
                <a:latin typeface="Times New Roman" panose="02020603050405020304"/>
                <a:ea typeface="Times New Roman" panose="02020603050405020304"/>
                <a:cs typeface="Times New Roman" panose="02020603050405020304"/>
                <a:sym typeface="Times New Roman" panose="02020603050405020304"/>
              </a:rPr>
              <a:t>Contexte</a:t>
            </a:r>
            <a:r>
              <a:rPr lang="fr-FR" altLang="en-GB" sz="2665" b="1">
                <a:solidFill>
                  <a:srgbClr val="1155CC"/>
                </a:solidFill>
                <a:latin typeface="Times New Roman" panose="02020603050405020304"/>
                <a:ea typeface="Times New Roman" panose="02020603050405020304"/>
                <a:cs typeface="Times New Roman" panose="02020603050405020304"/>
                <a:sym typeface="Times New Roman" panose="02020603050405020304"/>
              </a:rPr>
              <a:t>  </a:t>
            </a:r>
            <a:endParaRPr lang="fr-FR" altLang="en-GB" sz="3200" b="1">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2" name="Google Shape;222;p16"/>
          <p:cNvSpPr/>
          <p:nvPr/>
        </p:nvSpPr>
        <p:spPr>
          <a:xfrm>
            <a:off x="0" y="272241"/>
            <a:ext cx="2356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spcBef>
                <a:spcPts val="0"/>
              </a:spcBef>
              <a:spcAft>
                <a:spcPts val="0"/>
              </a:spcAft>
              <a:buNone/>
            </a:pPr>
            <a:endParaRPr sz="1865">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cxnSp>
        <p:nvCxnSpPr>
          <p:cNvPr id="223" name="Google Shape;223;p16"/>
          <p:cNvCxnSpPr/>
          <p:nvPr/>
        </p:nvCxnSpPr>
        <p:spPr>
          <a:xfrm>
            <a:off x="267700" y="6427967"/>
            <a:ext cx="11640400" cy="0"/>
          </a:xfrm>
          <a:prstGeom prst="straightConnector1">
            <a:avLst/>
          </a:prstGeom>
          <a:noFill/>
          <a:ln w="9525" cap="flat" cmpd="sng">
            <a:solidFill>
              <a:srgbClr val="9E9E9E"/>
            </a:solidFill>
            <a:prstDash val="solid"/>
            <a:round/>
            <a:headEnd type="none" w="med" len="med"/>
            <a:tailEnd type="none" w="med" len="med"/>
          </a:ln>
        </p:spPr>
      </p:cxnSp>
      <p:sp>
        <p:nvSpPr>
          <p:cNvPr id="224" name="Google Shape;224;p16"/>
          <p:cNvSpPr txBox="1"/>
          <p:nvPr/>
        </p:nvSpPr>
        <p:spPr>
          <a:xfrm>
            <a:off x="267700" y="6492843"/>
            <a:ext cx="11414800" cy="184150"/>
          </a:xfrm>
          <a:prstGeom prst="rect">
            <a:avLst/>
          </a:prstGeom>
          <a:noFill/>
          <a:ln>
            <a:noFill/>
          </a:ln>
        </p:spPr>
        <p:txBody>
          <a:bodyPr spcFirstLastPara="1" wrap="square" lIns="0" tIns="0" rIns="121900" bIns="0" anchor="t" anchorCtr="0">
            <a:spAutoFit/>
          </a:bodyPr>
          <a:lstStyle/>
          <a:p>
            <a:pPr marL="0" lvl="0" indent="0" algn="l" rtl="0">
              <a:spcBef>
                <a:spcPts val="0"/>
              </a:spcBef>
              <a:spcAft>
                <a:spcPts val="0"/>
              </a:spcAft>
              <a:buNone/>
            </a:pPr>
            <a:r>
              <a:rPr lang="fr-FR" sz="1200" b="1">
                <a:solidFill>
                  <a:srgbClr val="1155CC"/>
                </a:solidFill>
                <a:latin typeface="Times New Roman" panose="02020603050405020304"/>
                <a:ea typeface="Times New Roman" panose="02020603050405020304"/>
                <a:cs typeface="Times New Roman" panose="02020603050405020304"/>
                <a:sym typeface="Times New Roman" panose="02020603050405020304"/>
              </a:rPr>
              <a:t>Revue annuelle PEV 2025</a:t>
            </a:r>
          </a:p>
        </p:txBody>
      </p:sp>
      <p:sp>
        <p:nvSpPr>
          <p:cNvPr id="2" name="Zone de texte 0"/>
          <p:cNvSpPr txBox="1"/>
          <p:nvPr/>
        </p:nvSpPr>
        <p:spPr>
          <a:xfrm>
            <a:off x="639444" y="1181734"/>
            <a:ext cx="11043055" cy="5086719"/>
          </a:xfrm>
          <a:prstGeom prst="rect">
            <a:avLst/>
          </a:prstGeom>
          <a:noFill/>
        </p:spPr>
        <p:txBody>
          <a:bodyPr wrap="square" rtlCol="0">
            <a:noAutofit/>
          </a:bodyPr>
          <a:lstStyle/>
          <a:p>
            <a:pPr marL="285750" indent="-285750">
              <a:buFont typeface="Arial" panose="020B0604020202020204" pitchFamily="34" charset="0"/>
              <a:buChar char="•"/>
            </a:pPr>
            <a:r>
              <a:rPr lang="fr-FR" altLang="en-US" sz="2800" dirty="0"/>
              <a:t>Présentation sommaire de la zone de santé </a:t>
            </a:r>
          </a:p>
          <a:p>
            <a:pPr marL="742950" lvl="1" indent="-285750">
              <a:buFont typeface="Arial" panose="020B0604020202020204" pitchFamily="34" charset="0"/>
              <a:buChar char="•"/>
            </a:pPr>
            <a:r>
              <a:rPr lang="fr-FR" altLang="en-US" sz="2800" dirty="0" smtClean="0"/>
              <a:t>Situation </a:t>
            </a:r>
            <a:r>
              <a:rPr lang="fr-FR" altLang="en-US" sz="2800" dirty="0"/>
              <a:t>Géographique </a:t>
            </a:r>
          </a:p>
          <a:p>
            <a:pPr marL="742950" lvl="1" indent="-285750">
              <a:buFont typeface="Arial" panose="020B0604020202020204" pitchFamily="34" charset="0"/>
              <a:buChar char="•"/>
            </a:pPr>
            <a:r>
              <a:rPr lang="fr-FR" altLang="en-US" sz="2800" dirty="0"/>
              <a:t>Superficie </a:t>
            </a:r>
            <a:r>
              <a:rPr lang="fr-FR" altLang="en-US" sz="2800" dirty="0" smtClean="0"/>
              <a:t>:</a:t>
            </a:r>
            <a:r>
              <a:rPr lang="fr-FR" altLang="en-US" sz="2800" dirty="0" smtClean="0"/>
              <a:t>6533 </a:t>
            </a:r>
            <a:r>
              <a:rPr lang="fr-FR" altLang="en-US" sz="2800" dirty="0" smtClean="0"/>
              <a:t>km2</a:t>
            </a:r>
            <a:endParaRPr lang="fr-FR" altLang="en-US" sz="2800" dirty="0"/>
          </a:p>
          <a:p>
            <a:pPr marL="742950" lvl="1" indent="-285750">
              <a:buFont typeface="Arial" panose="020B0604020202020204" pitchFamily="34" charset="0"/>
              <a:buChar char="•"/>
            </a:pPr>
            <a:r>
              <a:rPr lang="fr-FR" altLang="en-US" sz="2800" dirty="0" smtClean="0"/>
              <a:t>Population:350122 habitants</a:t>
            </a:r>
            <a:endParaRPr lang="fr-FR" altLang="en-US" sz="2800" dirty="0"/>
          </a:p>
          <a:p>
            <a:pPr marL="742950" lvl="1" indent="-285750">
              <a:buFont typeface="Arial" panose="020B0604020202020204" pitchFamily="34" charset="0"/>
              <a:buChar char="•"/>
            </a:pPr>
            <a:r>
              <a:rPr lang="fr-FR" altLang="en-US" sz="2800" dirty="0"/>
              <a:t>Nombre des aires de santé </a:t>
            </a:r>
            <a:r>
              <a:rPr lang="fr-FR" altLang="en-US" sz="2800" dirty="0" smtClean="0"/>
              <a:t>:</a:t>
            </a:r>
            <a:r>
              <a:rPr lang="fr-FR" altLang="en-US" sz="2800" dirty="0" smtClean="0"/>
              <a:t>21AS</a:t>
            </a:r>
            <a:endParaRPr lang="fr-FR" altLang="en-US" sz="2800" dirty="0"/>
          </a:p>
          <a:p>
            <a:pPr marL="285750" lvl="0" indent="-285750">
              <a:buFont typeface="Arial" panose="020B0604020202020204" pitchFamily="34" charset="0"/>
              <a:buChar char="•"/>
            </a:pPr>
            <a:r>
              <a:rPr lang="fr-FR" altLang="en-US" sz="2800" dirty="0"/>
              <a:t>Contexte de l’épidémie </a:t>
            </a:r>
          </a:p>
          <a:p>
            <a:pPr marL="800100" lvl="1" indent="-342900">
              <a:buFont typeface="Arial" panose="020B0604020202020204" pitchFamily="34" charset="0"/>
              <a:buChar char="•"/>
            </a:pPr>
            <a:r>
              <a:rPr lang="fr-FR" altLang="en-US" sz="2800" dirty="0"/>
              <a:t>Type d’épidémie </a:t>
            </a:r>
            <a:r>
              <a:rPr lang="fr-FR" altLang="en-US" sz="2800" dirty="0" smtClean="0"/>
              <a:t>: Fievre hémorragique d’Ebola</a:t>
            </a:r>
            <a:endParaRPr lang="fr-FR" altLang="en-US" sz="2800" dirty="0"/>
          </a:p>
          <a:p>
            <a:pPr marL="800100" lvl="1" indent="-342900">
              <a:buFont typeface="Arial" panose="020B0604020202020204" pitchFamily="34" charset="0"/>
              <a:buChar char="•"/>
            </a:pPr>
            <a:r>
              <a:rPr lang="fr-FR" altLang="en-US" sz="2800" dirty="0"/>
              <a:t>Début </a:t>
            </a:r>
            <a:r>
              <a:rPr lang="fr-FR" altLang="en-US" sz="2800" dirty="0" smtClean="0"/>
              <a:t>: 27/08/2025</a:t>
            </a:r>
            <a:endParaRPr lang="fr-FR" altLang="en-US" sz="2800" dirty="0"/>
          </a:p>
          <a:p>
            <a:pPr marL="800100" lvl="1" indent="-342900">
              <a:buFont typeface="Arial" panose="020B0604020202020204" pitchFamily="34" charset="0"/>
              <a:buChar char="•"/>
            </a:pPr>
            <a:r>
              <a:rPr lang="fr-FR" altLang="en-US" sz="2800" dirty="0"/>
              <a:t>Nombre de cas </a:t>
            </a:r>
            <a:r>
              <a:rPr lang="fr-FR" altLang="en-US" sz="2800" dirty="0" smtClean="0"/>
              <a:t>: 64</a:t>
            </a:r>
            <a:endParaRPr lang="fr-FR" altLang="en-US" sz="2800" dirty="0"/>
          </a:p>
          <a:p>
            <a:pPr marL="800100" lvl="1" indent="-342900">
              <a:buFont typeface="Arial" panose="020B0604020202020204" pitchFamily="34" charset="0"/>
              <a:buChar char="•"/>
            </a:pPr>
            <a:r>
              <a:rPr lang="fr-FR" altLang="en-US" sz="2800" dirty="0"/>
              <a:t>Nombre de décès </a:t>
            </a:r>
            <a:r>
              <a:rPr lang="fr-FR" altLang="en-US" sz="2800" dirty="0" smtClean="0"/>
              <a:t>:45</a:t>
            </a:r>
            <a:endParaRPr lang="fr-FR" altLang="en-US" sz="2800" dirty="0"/>
          </a:p>
          <a:p>
            <a:pPr marL="800100" lvl="1" indent="-342900">
              <a:buFont typeface="Arial" panose="020B0604020202020204" pitchFamily="34" charset="0"/>
              <a:buChar char="•"/>
            </a:pPr>
            <a:r>
              <a:rPr lang="fr-FR" altLang="en-US" sz="2800" dirty="0"/>
              <a:t>Appui </a:t>
            </a:r>
            <a:r>
              <a:rPr lang="fr-FR" altLang="en-US" sz="2800" dirty="0" smtClean="0"/>
              <a:t>reçus: </a:t>
            </a:r>
            <a:r>
              <a:rPr lang="fr-FR" altLang="en-US" sz="2000" b="1" dirty="0" smtClean="0"/>
              <a:t>OMS,UNICEF,MSF,WORD VISION,CARITAS KANANGA,ALIMA,OIM,IM…..</a:t>
            </a:r>
            <a:endParaRPr lang="fr-FR" altLang="en-US" sz="2000" b="1"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16"/>
          <p:cNvSpPr txBox="1"/>
          <p:nvPr/>
        </p:nvSpPr>
        <p:spPr>
          <a:xfrm>
            <a:off x="458592" y="317941"/>
            <a:ext cx="11274800" cy="731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SzPts val="1100"/>
              <a:buNone/>
            </a:pPr>
            <a:r>
              <a:rPr lang="fr-FR" altLang="en-GB" sz="3200" b="1">
                <a:solidFill>
                  <a:srgbClr val="1155CC"/>
                </a:solidFill>
                <a:latin typeface="Times New Roman" panose="02020603050405020304"/>
                <a:ea typeface="Times New Roman" panose="02020603050405020304"/>
                <a:cs typeface="Times New Roman" panose="02020603050405020304"/>
                <a:sym typeface="Times New Roman" panose="02020603050405020304"/>
              </a:rPr>
              <a:t>Rôle de la zone de santé  dans la Détection-Notification-Investigation </a:t>
            </a:r>
          </a:p>
        </p:txBody>
      </p:sp>
      <p:sp>
        <p:nvSpPr>
          <p:cNvPr id="222" name="Google Shape;222;p16"/>
          <p:cNvSpPr/>
          <p:nvPr/>
        </p:nvSpPr>
        <p:spPr>
          <a:xfrm>
            <a:off x="0" y="272241"/>
            <a:ext cx="2356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spcBef>
                <a:spcPts val="0"/>
              </a:spcBef>
              <a:spcAft>
                <a:spcPts val="0"/>
              </a:spcAft>
              <a:buNone/>
            </a:pPr>
            <a:endParaRPr sz="1865">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cxnSp>
        <p:nvCxnSpPr>
          <p:cNvPr id="223" name="Google Shape;223;p16"/>
          <p:cNvCxnSpPr/>
          <p:nvPr/>
        </p:nvCxnSpPr>
        <p:spPr>
          <a:xfrm>
            <a:off x="267700" y="6427967"/>
            <a:ext cx="11640400" cy="0"/>
          </a:xfrm>
          <a:prstGeom prst="straightConnector1">
            <a:avLst/>
          </a:prstGeom>
          <a:noFill/>
          <a:ln w="9525" cap="flat" cmpd="sng">
            <a:solidFill>
              <a:srgbClr val="9E9E9E"/>
            </a:solidFill>
            <a:prstDash val="solid"/>
            <a:round/>
            <a:headEnd type="none" w="med" len="med"/>
            <a:tailEnd type="none" w="med" len="med"/>
          </a:ln>
        </p:spPr>
      </p:cxnSp>
      <p:sp>
        <p:nvSpPr>
          <p:cNvPr id="224" name="Google Shape;224;p16"/>
          <p:cNvSpPr txBox="1"/>
          <p:nvPr/>
        </p:nvSpPr>
        <p:spPr>
          <a:xfrm>
            <a:off x="267700" y="6492843"/>
            <a:ext cx="11414800" cy="184150"/>
          </a:xfrm>
          <a:prstGeom prst="rect">
            <a:avLst/>
          </a:prstGeom>
          <a:noFill/>
          <a:ln>
            <a:noFill/>
          </a:ln>
        </p:spPr>
        <p:txBody>
          <a:bodyPr spcFirstLastPara="1" wrap="square" lIns="0" tIns="0" rIns="121900" bIns="0" anchor="t" anchorCtr="0">
            <a:spAutoFit/>
          </a:bodyPr>
          <a:lstStyle/>
          <a:p>
            <a:pPr marL="0" lvl="0" indent="0" algn="l" rtl="0">
              <a:spcBef>
                <a:spcPts val="0"/>
              </a:spcBef>
              <a:spcAft>
                <a:spcPts val="0"/>
              </a:spcAft>
              <a:buNone/>
            </a:pPr>
            <a:r>
              <a:rPr lang="fr-FR" sz="1200" b="1">
                <a:solidFill>
                  <a:srgbClr val="1155CC"/>
                </a:solidFill>
                <a:latin typeface="Times New Roman" panose="02020603050405020304"/>
                <a:ea typeface="Times New Roman" panose="02020603050405020304"/>
                <a:cs typeface="Times New Roman" panose="02020603050405020304"/>
                <a:sym typeface="Times New Roman" panose="02020603050405020304"/>
              </a:rPr>
              <a:t>Revue annuelle PEV 2025</a:t>
            </a:r>
          </a:p>
        </p:txBody>
      </p:sp>
      <p:sp>
        <p:nvSpPr>
          <p:cNvPr id="4" name="Zone de texte 0"/>
          <p:cNvSpPr txBox="1"/>
          <p:nvPr/>
        </p:nvSpPr>
        <p:spPr>
          <a:xfrm>
            <a:off x="639445" y="1562735"/>
            <a:ext cx="10899775" cy="1878296"/>
          </a:xfrm>
          <a:prstGeom prst="rect">
            <a:avLst/>
          </a:prstGeom>
          <a:noFill/>
          <a:ln>
            <a:solidFill>
              <a:schemeClr val="accent1"/>
            </a:solidFill>
          </a:ln>
        </p:spPr>
        <p:txBody>
          <a:bodyPr wrap="square" rtlCol="0">
            <a:noAutofit/>
          </a:bodyPr>
          <a:lstStyle/>
          <a:p>
            <a:pPr marL="285750" lvl="0" indent="-285750">
              <a:buFont typeface="Arial" panose="020B0604020202020204" pitchFamily="34" charset="0"/>
              <a:buChar char="•"/>
            </a:pPr>
            <a:r>
              <a:rPr lang="fr-FR" altLang="en-US" sz="2400" dirty="0"/>
              <a:t>Détection : </a:t>
            </a:r>
            <a:r>
              <a:rPr lang="fr-FR" altLang="en-US" sz="1600" dirty="0">
                <a:sym typeface="+mn-ea"/>
              </a:rPr>
              <a:t>Qu’est ce que la zone de santé a t-elle faite</a:t>
            </a:r>
            <a:endParaRPr lang="fr-FR" altLang="en-US" sz="2400" dirty="0"/>
          </a:p>
          <a:p>
            <a:pPr marL="342900" lvl="0" indent="-342900">
              <a:buFont typeface="Wingdings" panose="05000000000000000000" pitchFamily="2" charset="2"/>
              <a:buChar char="ü"/>
            </a:pPr>
            <a:r>
              <a:rPr lang="fr-FR" altLang="en-US" dirty="0" smtClean="0">
                <a:latin typeface="Arial Narrow" panose="020B0606020202030204" pitchFamily="34" charset="0"/>
              </a:rPr>
              <a:t>La surveillance continue dans les ESS;</a:t>
            </a:r>
          </a:p>
          <a:p>
            <a:pPr marL="342900" lvl="0" indent="-342900">
              <a:buFont typeface="Wingdings" panose="05000000000000000000" pitchFamily="2" charset="2"/>
              <a:buChar char="ü"/>
            </a:pPr>
            <a:r>
              <a:rPr lang="fr-FR" altLang="en-US" dirty="0" smtClean="0">
                <a:latin typeface="Arial Narrow" panose="020B0606020202030204" pitchFamily="34" charset="0"/>
              </a:rPr>
              <a:t>Analyse </a:t>
            </a:r>
            <a:r>
              <a:rPr lang="fr-FR" altLang="en-US" dirty="0" err="1" smtClean="0">
                <a:latin typeface="Arial Narrow" panose="020B0606020202030204" pitchFamily="34" charset="0"/>
              </a:rPr>
              <a:t>contidienne</a:t>
            </a:r>
            <a:r>
              <a:rPr lang="fr-FR" altLang="en-US" dirty="0" smtClean="0">
                <a:latin typeface="Arial Narrow" panose="020B0606020202030204" pitchFamily="34" charset="0"/>
              </a:rPr>
              <a:t> ou hebdomadaire des données de morbidité;</a:t>
            </a:r>
          </a:p>
          <a:p>
            <a:pPr marL="342900" lvl="0" indent="-342900">
              <a:buFont typeface="Wingdings" panose="05000000000000000000" pitchFamily="2" charset="2"/>
              <a:buChar char="ü"/>
            </a:pPr>
            <a:r>
              <a:rPr lang="fr-FR" altLang="en-US" dirty="0" smtClean="0">
                <a:latin typeface="Arial Narrow" panose="020B0606020202030204" pitchFamily="34" charset="0"/>
              </a:rPr>
              <a:t>Identification des cas suspects selon les définitions </a:t>
            </a:r>
            <a:r>
              <a:rPr lang="fr-FR" altLang="en-US" dirty="0" err="1" smtClean="0">
                <a:latin typeface="Arial Narrow" panose="020B0606020202030204" pitchFamily="34" charset="0"/>
              </a:rPr>
              <a:t>standars</a:t>
            </a:r>
            <a:r>
              <a:rPr lang="fr-FR" altLang="en-US" dirty="0" smtClean="0">
                <a:latin typeface="Arial Narrow" panose="020B0606020202030204" pitchFamily="34" charset="0"/>
              </a:rPr>
              <a:t> et </a:t>
            </a:r>
            <a:r>
              <a:rPr lang="fr-FR" altLang="en-US" dirty="0" err="1" smtClean="0">
                <a:latin typeface="Arial Narrow" panose="020B0606020202030204" pitchFamily="34" charset="0"/>
              </a:rPr>
              <a:t>reception</a:t>
            </a:r>
            <a:r>
              <a:rPr lang="fr-FR" altLang="en-US" dirty="0" smtClean="0">
                <a:latin typeface="Arial Narrow" panose="020B0606020202030204" pitchFamily="34" charset="0"/>
              </a:rPr>
              <a:t> et tri des alertes </a:t>
            </a:r>
            <a:r>
              <a:rPr lang="fr-FR" altLang="en-US" dirty="0" err="1" smtClean="0">
                <a:latin typeface="Arial Narrow" panose="020B0606020202030204" pitchFamily="34" charset="0"/>
              </a:rPr>
              <a:t>provenants</a:t>
            </a:r>
            <a:r>
              <a:rPr lang="fr-FR" altLang="en-US" dirty="0" smtClean="0">
                <a:latin typeface="Arial Narrow" panose="020B0606020202030204" pitchFamily="34" charset="0"/>
              </a:rPr>
              <a:t> des </a:t>
            </a:r>
            <a:r>
              <a:rPr lang="fr-FR" altLang="en-US" dirty="0" err="1" smtClean="0">
                <a:latin typeface="Arial Narrow" panose="020B0606020202030204" pitchFamily="34" charset="0"/>
              </a:rPr>
              <a:t>ESS,Recos</a:t>
            </a:r>
            <a:r>
              <a:rPr lang="fr-FR" altLang="en-US" dirty="0" smtClean="0">
                <a:latin typeface="Arial Narrow" panose="020B0606020202030204" pitchFamily="34" charset="0"/>
              </a:rPr>
              <a:t> et la communauté</a:t>
            </a:r>
          </a:p>
          <a:p>
            <a:pPr marL="342900" lvl="0" indent="-342900">
              <a:buFont typeface="Wingdings" panose="05000000000000000000" pitchFamily="2" charset="2"/>
              <a:buChar char="ü"/>
            </a:pPr>
            <a:r>
              <a:rPr lang="fr-FR" altLang="en-US" dirty="0" smtClean="0">
                <a:latin typeface="Arial Narrow" panose="020B0606020202030204" pitchFamily="34" charset="0"/>
              </a:rPr>
              <a:t>Validation  initiale des alertes</a:t>
            </a:r>
          </a:p>
          <a:p>
            <a:pPr lvl="1" indent="0">
              <a:buFont typeface="Arial" panose="020B0604020202020204" pitchFamily="34" charset="0"/>
              <a:buNone/>
            </a:pPr>
            <a:r>
              <a:rPr lang="fr-FR" altLang="en-US" sz="4000" dirty="0" smtClean="0"/>
              <a:t> </a:t>
            </a:r>
            <a:endParaRPr lang="fr-FR" altLang="en-US" sz="4000" dirty="0"/>
          </a:p>
        </p:txBody>
      </p:sp>
      <p:sp>
        <p:nvSpPr>
          <p:cNvPr id="2" name="Zone de texte 1"/>
          <p:cNvSpPr txBox="1"/>
          <p:nvPr/>
        </p:nvSpPr>
        <p:spPr>
          <a:xfrm>
            <a:off x="639445" y="3441031"/>
            <a:ext cx="10899775" cy="1407695"/>
          </a:xfrm>
          <a:prstGeom prst="rect">
            <a:avLst/>
          </a:prstGeom>
          <a:noFill/>
          <a:ln>
            <a:solidFill>
              <a:schemeClr val="accent1"/>
            </a:solidFill>
          </a:ln>
        </p:spPr>
        <p:txBody>
          <a:bodyPr wrap="square" rtlCol="0">
            <a:noAutofit/>
          </a:bodyPr>
          <a:lstStyle/>
          <a:p>
            <a:pPr marL="285750" lvl="0" indent="-285750">
              <a:buFont typeface="Arial" panose="020B0604020202020204" pitchFamily="34" charset="0"/>
              <a:buChar char="•"/>
            </a:pPr>
            <a:r>
              <a:rPr lang="fr-FR" altLang="en-US" sz="2000" dirty="0"/>
              <a:t>Notification :</a:t>
            </a:r>
            <a:r>
              <a:rPr lang="fr-FR" altLang="en-US" dirty="0"/>
              <a:t> </a:t>
            </a:r>
            <a:r>
              <a:rPr lang="fr-FR" altLang="en-US" sz="1400" dirty="0">
                <a:sym typeface="+mn-ea"/>
              </a:rPr>
              <a:t>Qu’est ce que la zone de santé a t-elle faite</a:t>
            </a:r>
            <a:endParaRPr lang="fr-FR" altLang="en-US" sz="2000" dirty="0"/>
          </a:p>
          <a:p>
            <a:pPr marL="285750" lvl="0" indent="-285750">
              <a:buFont typeface="Wingdings" panose="05000000000000000000" pitchFamily="2" charset="2"/>
              <a:buChar char="ü"/>
            </a:pPr>
            <a:r>
              <a:rPr lang="fr-FR" altLang="en-US" sz="1600" dirty="0" smtClean="0"/>
              <a:t>Notification </a:t>
            </a:r>
            <a:r>
              <a:rPr lang="fr-FR" altLang="en-US" sz="1600" dirty="0" err="1" smtClean="0"/>
              <a:t>Immediate</a:t>
            </a:r>
            <a:r>
              <a:rPr lang="fr-FR" altLang="en-US" sz="1600" dirty="0" smtClean="0"/>
              <a:t> des maladies de maladies à </a:t>
            </a:r>
            <a:r>
              <a:rPr lang="fr-FR" altLang="en-US" sz="1600" dirty="0" err="1" smtClean="0"/>
              <a:t>declaration</a:t>
            </a:r>
            <a:r>
              <a:rPr lang="fr-FR" altLang="en-US" sz="1600" dirty="0" smtClean="0"/>
              <a:t> </a:t>
            </a:r>
            <a:r>
              <a:rPr lang="fr-FR" altLang="en-US" sz="1600" dirty="0" err="1" smtClean="0"/>
              <a:t>oblogatoire</a:t>
            </a:r>
            <a:r>
              <a:rPr lang="fr-FR" altLang="en-US" sz="1600" dirty="0" smtClean="0"/>
              <a:t>;</a:t>
            </a:r>
          </a:p>
          <a:p>
            <a:pPr marL="285750" lvl="0" indent="-285750">
              <a:buFont typeface="Wingdings" panose="05000000000000000000" pitchFamily="2" charset="2"/>
              <a:buChar char="ü"/>
            </a:pPr>
            <a:r>
              <a:rPr lang="fr-FR" altLang="en-US" sz="1600" dirty="0" smtClean="0"/>
              <a:t>Transmission des données au niveau </a:t>
            </a:r>
            <a:r>
              <a:rPr lang="fr-FR" altLang="en-US" sz="1600" dirty="0" err="1" smtClean="0"/>
              <a:t>intermediaire</a:t>
            </a:r>
            <a:r>
              <a:rPr lang="fr-FR" altLang="en-US" sz="1600" dirty="0" smtClean="0"/>
              <a:t>;</a:t>
            </a:r>
          </a:p>
          <a:p>
            <a:pPr marL="285750" lvl="0" indent="-285750">
              <a:buFont typeface="Wingdings" panose="05000000000000000000" pitchFamily="2" charset="2"/>
              <a:buChar char="ü"/>
            </a:pPr>
            <a:r>
              <a:rPr lang="fr-FR" altLang="en-US" sz="1600" dirty="0" smtClean="0"/>
              <a:t>Mise à jour </a:t>
            </a:r>
            <a:r>
              <a:rPr lang="fr-FR" altLang="en-US" sz="1600" dirty="0" err="1" smtClean="0"/>
              <a:t>reguliere</a:t>
            </a:r>
            <a:r>
              <a:rPr lang="fr-FR" altLang="en-US" sz="1600" dirty="0" smtClean="0"/>
              <a:t> des rapports </a:t>
            </a:r>
            <a:r>
              <a:rPr lang="fr-FR" altLang="en-US" sz="1600" dirty="0" err="1" smtClean="0"/>
              <a:t>épidemiologiques</a:t>
            </a:r>
            <a:endParaRPr lang="fr-FR" altLang="en-US" sz="1600" dirty="0" smtClean="0"/>
          </a:p>
          <a:p>
            <a:pPr marL="285750" lvl="0" indent="-285750">
              <a:buFont typeface="Wingdings" panose="05000000000000000000" pitchFamily="2" charset="2"/>
              <a:buChar char="ü"/>
            </a:pPr>
            <a:r>
              <a:rPr lang="fr-FR" altLang="en-US" sz="1600" dirty="0" smtClean="0"/>
              <a:t>Respect des </a:t>
            </a:r>
            <a:r>
              <a:rPr lang="fr-FR" altLang="en-US" sz="1600" dirty="0" err="1" smtClean="0"/>
              <a:t>delais</a:t>
            </a:r>
            <a:r>
              <a:rPr lang="fr-FR" altLang="en-US" sz="1600" dirty="0" smtClean="0"/>
              <a:t> et formats de transmission pour assurer une </a:t>
            </a:r>
            <a:r>
              <a:rPr lang="fr-FR" altLang="en-US" sz="1600" dirty="0" err="1" smtClean="0"/>
              <a:t>reponse</a:t>
            </a:r>
            <a:r>
              <a:rPr lang="fr-FR" altLang="en-US" sz="1600" dirty="0" smtClean="0"/>
              <a:t> rapide</a:t>
            </a:r>
          </a:p>
          <a:p>
            <a:pPr marL="285750" lvl="0" indent="-285750">
              <a:buFont typeface="Wingdings" panose="05000000000000000000" pitchFamily="2" charset="2"/>
              <a:buChar char="ü"/>
            </a:pPr>
            <a:endParaRPr lang="fr-FR" altLang="en-US" dirty="0"/>
          </a:p>
          <a:p>
            <a:pPr lvl="1" indent="0">
              <a:buFont typeface="Arial" panose="020B0604020202020204" pitchFamily="34" charset="0"/>
              <a:buNone/>
            </a:pPr>
            <a:r>
              <a:rPr lang="fr-FR" altLang="en-US" sz="4000" b="1" dirty="0"/>
              <a:t> </a:t>
            </a:r>
          </a:p>
        </p:txBody>
      </p:sp>
      <p:sp>
        <p:nvSpPr>
          <p:cNvPr id="3" name="Zone de texte 2"/>
          <p:cNvSpPr txBox="1"/>
          <p:nvPr/>
        </p:nvSpPr>
        <p:spPr>
          <a:xfrm>
            <a:off x="639445" y="4848726"/>
            <a:ext cx="10899775" cy="1736192"/>
          </a:xfrm>
          <a:prstGeom prst="rect">
            <a:avLst/>
          </a:prstGeom>
          <a:noFill/>
          <a:ln>
            <a:solidFill>
              <a:schemeClr val="accent1"/>
            </a:solidFill>
          </a:ln>
        </p:spPr>
        <p:txBody>
          <a:bodyPr wrap="square" rtlCol="0">
            <a:noAutofit/>
          </a:bodyPr>
          <a:lstStyle/>
          <a:p>
            <a:pPr marL="285750" lvl="0" indent="-285750">
              <a:buFont typeface="Arial" panose="020B0604020202020204" pitchFamily="34" charset="0"/>
              <a:buChar char="•"/>
            </a:pPr>
            <a:r>
              <a:rPr lang="fr-FR" altLang="en-US" sz="2400" dirty="0"/>
              <a:t>Investigation : </a:t>
            </a:r>
            <a:r>
              <a:rPr lang="fr-FR" altLang="en-US" sz="1600" dirty="0">
                <a:sym typeface="+mn-ea"/>
              </a:rPr>
              <a:t>Qu’est ce que la zone de santé a t-elle </a:t>
            </a:r>
            <a:r>
              <a:rPr lang="fr-FR" altLang="en-US" sz="1600" dirty="0" smtClean="0">
                <a:sym typeface="+mn-ea"/>
              </a:rPr>
              <a:t>faite</a:t>
            </a:r>
            <a:endParaRPr lang="fr-FR" altLang="en-US" sz="2400" dirty="0">
              <a:sym typeface="+mn-ea"/>
            </a:endParaRPr>
          </a:p>
          <a:p>
            <a:pPr marL="571500" lvl="0" indent="-571500">
              <a:buFont typeface="Wingdings" panose="05000000000000000000" pitchFamily="2" charset="2"/>
              <a:buChar char="ü"/>
            </a:pPr>
            <a:r>
              <a:rPr lang="fr-FR" altLang="en-US" sz="1600" dirty="0" smtClean="0"/>
              <a:t>Envoie rapide d’une </a:t>
            </a:r>
            <a:r>
              <a:rPr lang="fr-FR" altLang="en-US" sz="1600" dirty="0" err="1" smtClean="0"/>
              <a:t>equipe</a:t>
            </a:r>
            <a:r>
              <a:rPr lang="fr-FR" altLang="en-US" sz="1600" dirty="0" smtClean="0"/>
              <a:t> d’investigation;</a:t>
            </a:r>
          </a:p>
          <a:p>
            <a:pPr marL="571500" lvl="0" indent="-571500">
              <a:buFont typeface="Wingdings" panose="05000000000000000000" pitchFamily="2" charset="2"/>
              <a:buChar char="ü"/>
            </a:pPr>
            <a:r>
              <a:rPr lang="fr-FR" altLang="en-US" sz="1600" dirty="0" err="1" smtClean="0"/>
              <a:t>Verification</a:t>
            </a:r>
            <a:r>
              <a:rPr lang="fr-FR" altLang="en-US" sz="1600" dirty="0" smtClean="0"/>
              <a:t> des faits sur terrain;</a:t>
            </a:r>
          </a:p>
          <a:p>
            <a:pPr marL="571500" lvl="0" indent="-571500">
              <a:buFont typeface="Wingdings" panose="05000000000000000000" pitchFamily="2" charset="2"/>
              <a:buChar char="ü"/>
            </a:pPr>
            <a:r>
              <a:rPr lang="fr-FR" altLang="en-US" sz="1600" dirty="0" err="1" smtClean="0"/>
              <a:t>Prelevements</a:t>
            </a:r>
            <a:r>
              <a:rPr lang="fr-FR" altLang="en-US" sz="1600" dirty="0" smtClean="0"/>
              <a:t> d’</a:t>
            </a:r>
            <a:r>
              <a:rPr lang="fr-FR" altLang="en-US" sz="1600" dirty="0" err="1" smtClean="0"/>
              <a:t>echantillions</a:t>
            </a:r>
            <a:endParaRPr lang="fr-FR" altLang="en-US" sz="1600" dirty="0" smtClean="0"/>
          </a:p>
          <a:p>
            <a:pPr marL="571500" lvl="0" indent="-571500">
              <a:buFont typeface="Wingdings" panose="05000000000000000000" pitchFamily="2" charset="2"/>
              <a:buChar char="ü"/>
            </a:pPr>
            <a:r>
              <a:rPr lang="fr-FR" altLang="en-US" sz="1600" dirty="0" smtClean="0"/>
              <a:t>Analyse du lien entre les cas;</a:t>
            </a:r>
          </a:p>
          <a:p>
            <a:pPr marL="571500" lvl="0" indent="-571500">
              <a:buFont typeface="Wingdings" panose="05000000000000000000" pitchFamily="2" charset="2"/>
              <a:buChar char="ü"/>
            </a:pPr>
            <a:r>
              <a:rPr lang="fr-FR" altLang="en-US" sz="1600" dirty="0" smtClean="0"/>
              <a:t>Documentation dans une fiche d’</a:t>
            </a:r>
            <a:r>
              <a:rPr lang="fr-FR" altLang="en-US" sz="1600" dirty="0" err="1" smtClean="0"/>
              <a:t>inestigation</a:t>
            </a:r>
            <a:endParaRPr lang="fr-FR" alt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16"/>
          <p:cNvSpPr txBox="1"/>
          <p:nvPr/>
        </p:nvSpPr>
        <p:spPr>
          <a:xfrm>
            <a:off x="458592" y="317941"/>
            <a:ext cx="11274800" cy="731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SzPts val="1100"/>
              <a:buNone/>
            </a:pPr>
            <a:r>
              <a:rPr lang="fr-FR" altLang="en-GB" sz="3200" b="1"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Rôle de la zone de santé  dans la Riposte</a:t>
            </a:r>
            <a:r>
              <a:rPr lang="fr-FR" altLang="en-GB" sz="2665" b="1"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 </a:t>
            </a:r>
            <a:endParaRPr lang="fr-FR" altLang="en-GB" sz="3200" b="1" dirty="0">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2" name="Google Shape;222;p16"/>
          <p:cNvSpPr/>
          <p:nvPr/>
        </p:nvSpPr>
        <p:spPr>
          <a:xfrm>
            <a:off x="0" y="272241"/>
            <a:ext cx="2356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spcBef>
                <a:spcPts val="0"/>
              </a:spcBef>
              <a:spcAft>
                <a:spcPts val="0"/>
              </a:spcAft>
              <a:buNone/>
            </a:pPr>
            <a:endParaRPr sz="1865">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cxnSp>
        <p:nvCxnSpPr>
          <p:cNvPr id="223" name="Google Shape;223;p16"/>
          <p:cNvCxnSpPr/>
          <p:nvPr/>
        </p:nvCxnSpPr>
        <p:spPr>
          <a:xfrm>
            <a:off x="267700" y="6427967"/>
            <a:ext cx="11640400" cy="0"/>
          </a:xfrm>
          <a:prstGeom prst="straightConnector1">
            <a:avLst/>
          </a:prstGeom>
          <a:noFill/>
          <a:ln w="9525" cap="flat" cmpd="sng">
            <a:solidFill>
              <a:srgbClr val="9E9E9E"/>
            </a:solidFill>
            <a:prstDash val="solid"/>
            <a:round/>
            <a:headEnd type="none" w="med" len="med"/>
            <a:tailEnd type="none" w="med" len="med"/>
          </a:ln>
        </p:spPr>
      </p:cxnSp>
      <p:sp>
        <p:nvSpPr>
          <p:cNvPr id="224" name="Google Shape;224;p16"/>
          <p:cNvSpPr txBox="1"/>
          <p:nvPr/>
        </p:nvSpPr>
        <p:spPr>
          <a:xfrm>
            <a:off x="267700" y="6492843"/>
            <a:ext cx="11414800" cy="184150"/>
          </a:xfrm>
          <a:prstGeom prst="rect">
            <a:avLst/>
          </a:prstGeom>
          <a:noFill/>
          <a:ln>
            <a:noFill/>
          </a:ln>
        </p:spPr>
        <p:txBody>
          <a:bodyPr spcFirstLastPara="1" wrap="square" lIns="0" tIns="0" rIns="121900" bIns="0" anchor="t" anchorCtr="0">
            <a:spAutoFit/>
          </a:bodyPr>
          <a:lstStyle/>
          <a:p>
            <a:pPr marL="0" lvl="0" indent="0" algn="l" rtl="0">
              <a:spcBef>
                <a:spcPts val="0"/>
              </a:spcBef>
              <a:spcAft>
                <a:spcPts val="0"/>
              </a:spcAft>
              <a:buNone/>
            </a:pPr>
            <a:r>
              <a:rPr lang="fr-FR" sz="1200" b="1">
                <a:solidFill>
                  <a:srgbClr val="1155CC"/>
                </a:solidFill>
                <a:latin typeface="Times New Roman" panose="02020603050405020304"/>
                <a:ea typeface="Times New Roman" panose="02020603050405020304"/>
                <a:cs typeface="Times New Roman" panose="02020603050405020304"/>
                <a:sym typeface="Times New Roman" panose="02020603050405020304"/>
              </a:rPr>
              <a:t>Revue annuelle PEV 2025</a:t>
            </a:r>
          </a:p>
        </p:txBody>
      </p:sp>
      <p:sp>
        <p:nvSpPr>
          <p:cNvPr id="5" name="Zone de texte 0"/>
          <p:cNvSpPr txBox="1"/>
          <p:nvPr/>
        </p:nvSpPr>
        <p:spPr>
          <a:xfrm>
            <a:off x="639445" y="1181733"/>
            <a:ext cx="10536555" cy="2090855"/>
          </a:xfrm>
          <a:prstGeom prst="rect">
            <a:avLst/>
          </a:prstGeom>
          <a:noFill/>
          <a:ln>
            <a:solidFill>
              <a:schemeClr val="accent1"/>
            </a:solidFill>
          </a:ln>
        </p:spPr>
        <p:txBody>
          <a:bodyPr wrap="square" rtlCol="0">
            <a:noAutofit/>
          </a:bodyPr>
          <a:lstStyle/>
          <a:p>
            <a:pPr marL="285750" lvl="0" indent="-285750">
              <a:buFont typeface="Arial" panose="020B0604020202020204" pitchFamily="34" charset="0"/>
              <a:buChar char="•"/>
            </a:pPr>
            <a:r>
              <a:rPr lang="fr-FR" altLang="en-US" sz="2400" dirty="0"/>
              <a:t>Coordination:</a:t>
            </a:r>
            <a:r>
              <a:rPr lang="fr-FR" altLang="en-US" dirty="0"/>
              <a:t> </a:t>
            </a:r>
            <a:r>
              <a:rPr lang="fr-FR" altLang="en-US" sz="1600" dirty="0">
                <a:sym typeface="+mn-ea"/>
              </a:rPr>
              <a:t>Qu’est ce que la zone de santé a t-elle faite</a:t>
            </a:r>
            <a:endParaRPr lang="fr-FR" altLang="en-US" sz="2400" dirty="0"/>
          </a:p>
          <a:p>
            <a:pPr marL="742950" lvl="1" indent="-285750">
              <a:buFont typeface="Wingdings" panose="05000000000000000000" pitchFamily="2" charset="2"/>
              <a:buChar char="ü"/>
            </a:pPr>
            <a:r>
              <a:rPr lang="fr-FR" altLang="en-US" sz="1600" dirty="0" smtClean="0"/>
              <a:t>Activation du comité de coordination de la Riposte;</a:t>
            </a:r>
          </a:p>
          <a:p>
            <a:pPr marL="742950" lvl="1" indent="-285750">
              <a:buFont typeface="Wingdings" panose="05000000000000000000" pitchFamily="2" charset="2"/>
              <a:buChar char="ü"/>
            </a:pPr>
            <a:r>
              <a:rPr lang="fr-FR" altLang="en-US" sz="1600" dirty="0" smtClean="0"/>
              <a:t>Organisation des </a:t>
            </a:r>
            <a:r>
              <a:rPr lang="fr-FR" altLang="en-US" sz="1600" dirty="0" err="1" smtClean="0"/>
              <a:t>reunions</a:t>
            </a:r>
            <a:r>
              <a:rPr lang="fr-FR" altLang="en-US" sz="1600" dirty="0" smtClean="0"/>
              <a:t> de coordination quotidiennement pendant l’</a:t>
            </a:r>
            <a:r>
              <a:rPr lang="fr-FR" altLang="en-US" sz="1600" dirty="0" err="1" smtClean="0"/>
              <a:t>épidemie</a:t>
            </a:r>
            <a:r>
              <a:rPr lang="fr-FR" altLang="en-US" sz="1600" dirty="0" smtClean="0"/>
              <a:t>;</a:t>
            </a:r>
          </a:p>
          <a:p>
            <a:pPr marL="742950" lvl="1" indent="-285750">
              <a:buFont typeface="Wingdings" panose="05000000000000000000" pitchFamily="2" charset="2"/>
              <a:buChar char="ü"/>
            </a:pPr>
            <a:r>
              <a:rPr lang="fr-FR" altLang="en-US" sz="1600" dirty="0" smtClean="0"/>
              <a:t>Elaboration </a:t>
            </a:r>
            <a:r>
              <a:rPr lang="fr-FR" altLang="en-US" sz="1600" dirty="0" err="1" smtClean="0"/>
              <a:t>de’un</a:t>
            </a:r>
            <a:r>
              <a:rPr lang="fr-FR" altLang="en-US" sz="1600" dirty="0" smtClean="0"/>
              <a:t> plan de riposte rapide;</a:t>
            </a:r>
          </a:p>
          <a:p>
            <a:pPr marL="742950" lvl="1" indent="-285750">
              <a:buFont typeface="Wingdings" panose="05000000000000000000" pitchFamily="2" charset="2"/>
              <a:buChar char="ü"/>
            </a:pPr>
            <a:r>
              <a:rPr lang="fr-FR" altLang="en-US" sz="1600" dirty="0" err="1" smtClean="0"/>
              <a:t>Coordoner</a:t>
            </a:r>
            <a:r>
              <a:rPr lang="fr-FR" altLang="en-US" sz="1600" dirty="0" smtClean="0"/>
              <a:t> l’ensemble des acteurs;</a:t>
            </a:r>
          </a:p>
          <a:p>
            <a:pPr marL="742950" lvl="1" indent="-285750">
              <a:buFont typeface="Wingdings" panose="05000000000000000000" pitchFamily="2" charset="2"/>
              <a:buChar char="ü"/>
            </a:pPr>
            <a:r>
              <a:rPr lang="fr-FR" altLang="en-US" sz="1600" dirty="0" smtClean="0"/>
              <a:t>Assurer le suivi </a:t>
            </a:r>
            <a:r>
              <a:rPr lang="fr-FR" altLang="en-US" sz="1600" dirty="0" err="1" smtClean="0"/>
              <a:t>evaluation</a:t>
            </a:r>
            <a:r>
              <a:rPr lang="fr-FR" altLang="en-US" sz="1600" dirty="0" smtClean="0"/>
              <a:t> de la mise en œuvre des interventions;</a:t>
            </a:r>
          </a:p>
          <a:p>
            <a:pPr marL="742950" lvl="1" indent="-285750">
              <a:buFont typeface="Wingdings" panose="05000000000000000000" pitchFamily="2" charset="2"/>
              <a:buChar char="ü"/>
            </a:pPr>
            <a:r>
              <a:rPr lang="fr-FR" altLang="en-US" sz="1600" dirty="0" smtClean="0"/>
              <a:t>Faciliter  la liaisons avec le niveau provincial</a:t>
            </a:r>
          </a:p>
          <a:p>
            <a:pPr lvl="1" indent="0">
              <a:buFont typeface="Arial" panose="020B0604020202020204" pitchFamily="34" charset="0"/>
              <a:buNone/>
            </a:pPr>
            <a:r>
              <a:rPr lang="fr-FR" altLang="en-US" sz="4000" dirty="0" smtClean="0"/>
              <a:t> </a:t>
            </a:r>
            <a:endParaRPr lang="fr-FR" altLang="en-US" sz="4000" dirty="0"/>
          </a:p>
        </p:txBody>
      </p:sp>
      <p:sp>
        <p:nvSpPr>
          <p:cNvPr id="2" name="Zone de texte 1"/>
          <p:cNvSpPr txBox="1"/>
          <p:nvPr/>
        </p:nvSpPr>
        <p:spPr>
          <a:xfrm>
            <a:off x="639445" y="3705726"/>
            <a:ext cx="10536555" cy="1780674"/>
          </a:xfrm>
          <a:prstGeom prst="rect">
            <a:avLst/>
          </a:prstGeom>
          <a:noFill/>
          <a:ln>
            <a:solidFill>
              <a:schemeClr val="accent1"/>
            </a:solidFill>
          </a:ln>
        </p:spPr>
        <p:txBody>
          <a:bodyPr wrap="square" rtlCol="0">
            <a:noAutofit/>
          </a:bodyPr>
          <a:lstStyle/>
          <a:p>
            <a:pPr marL="285750" lvl="0" indent="-285750">
              <a:buFont typeface="Arial" panose="020B0604020202020204" pitchFamily="34" charset="0"/>
              <a:buChar char="•"/>
            </a:pPr>
            <a:r>
              <a:rPr lang="fr-FR" altLang="en-US" sz="2400" dirty="0"/>
              <a:t>Technique : </a:t>
            </a:r>
            <a:r>
              <a:rPr lang="fr-FR" altLang="en-US" sz="1600" dirty="0">
                <a:sym typeface="+mn-ea"/>
              </a:rPr>
              <a:t>Qu’est ce que la zone de santé a t-elle </a:t>
            </a:r>
            <a:r>
              <a:rPr lang="fr-FR" altLang="en-US" sz="1600" dirty="0" smtClean="0">
                <a:sym typeface="+mn-ea"/>
              </a:rPr>
              <a:t>faite</a:t>
            </a:r>
          </a:p>
          <a:p>
            <a:pPr marL="457200" lvl="0" indent="-457200">
              <a:buFont typeface="Wingdings" panose="05000000000000000000" pitchFamily="2" charset="2"/>
              <a:buChar char="ü"/>
            </a:pPr>
            <a:r>
              <a:rPr lang="fr-FR" altLang="en-US" sz="1600" dirty="0" smtClean="0"/>
              <a:t>Confirmer et  classifier les cas;</a:t>
            </a:r>
          </a:p>
          <a:p>
            <a:pPr marL="457200" lvl="0" indent="-457200">
              <a:buFont typeface="Wingdings" panose="05000000000000000000" pitchFamily="2" charset="2"/>
              <a:buChar char="ü"/>
            </a:pPr>
            <a:r>
              <a:rPr lang="fr-FR" altLang="en-US" sz="1600" dirty="0" smtClean="0"/>
              <a:t>Organiser la prise  en charge des cas;</a:t>
            </a:r>
          </a:p>
          <a:p>
            <a:pPr marL="457200" lvl="0" indent="-457200">
              <a:buFont typeface="Wingdings" panose="05000000000000000000" pitchFamily="2" charset="2"/>
              <a:buChar char="ü"/>
            </a:pPr>
            <a:r>
              <a:rPr lang="fr-FR" altLang="en-US" sz="1600" dirty="0" smtClean="0"/>
              <a:t>Mener les investigations approfondies;</a:t>
            </a:r>
          </a:p>
          <a:p>
            <a:pPr marL="457200" lvl="0" indent="-457200">
              <a:buFont typeface="Wingdings" panose="05000000000000000000" pitchFamily="2" charset="2"/>
              <a:buChar char="ü"/>
            </a:pPr>
            <a:r>
              <a:rPr lang="fr-FR" altLang="en-US" sz="1600" dirty="0" smtClean="0"/>
              <a:t>Initier  les mesures de santé publique;</a:t>
            </a:r>
          </a:p>
          <a:p>
            <a:pPr marL="457200" lvl="0" indent="-457200">
              <a:buFont typeface="Wingdings" panose="05000000000000000000" pitchFamily="2" charset="2"/>
              <a:buChar char="ü"/>
            </a:pPr>
            <a:r>
              <a:rPr lang="fr-FR" altLang="en-US" sz="1600" dirty="0" smtClean="0"/>
              <a:t>Mettre en place le monitoring continu de l’</a:t>
            </a:r>
            <a:r>
              <a:rPr lang="fr-FR" altLang="en-US" sz="1600" dirty="0" err="1" smtClean="0"/>
              <a:t>épidemie</a:t>
            </a:r>
            <a:endParaRPr lang="fr-FR" altLang="en-US" sz="1600" dirty="0"/>
          </a:p>
          <a:p>
            <a:pPr marL="285750" lvl="0" indent="-285750">
              <a:buFont typeface="Arial" panose="020B0604020202020204" pitchFamily="34" charset="0"/>
              <a:buChar char="•"/>
            </a:pPr>
            <a:endParaRPr lang="fr-FR" altLang="en-US" sz="2400" dirty="0"/>
          </a:p>
          <a:p>
            <a:pPr lvl="1" indent="0">
              <a:buFont typeface="Arial" panose="020B0604020202020204" pitchFamily="34" charset="0"/>
              <a:buNone/>
            </a:pPr>
            <a:r>
              <a:rPr lang="fr-FR" altLang="en-US" sz="4000" dirty="0"/>
              <a:t> </a:t>
            </a:r>
            <a:endParaRPr lang="fr-FR" altLang="en-US" sz="4000" dirty="0" smtClean="0"/>
          </a:p>
          <a:p>
            <a:pPr lvl="1" indent="0">
              <a:buFont typeface="Arial" panose="020B0604020202020204" pitchFamily="34" charset="0"/>
              <a:buNone/>
            </a:pPr>
            <a:endParaRPr lang="fr-FR" altLang="en-US" sz="4000" dirty="0"/>
          </a:p>
          <a:p>
            <a:pPr lvl="1" indent="0">
              <a:buFont typeface="Arial" panose="020B0604020202020204" pitchFamily="34" charset="0"/>
              <a:buNone/>
            </a:pPr>
            <a:endParaRPr lang="fr-FR" altLang="en-US" sz="4000" dirty="0" smtClean="0"/>
          </a:p>
          <a:p>
            <a:pPr lvl="1" indent="0">
              <a:buFont typeface="Arial" panose="020B0604020202020204" pitchFamily="34" charset="0"/>
              <a:buNone/>
            </a:pPr>
            <a:endParaRPr lang="fr-FR" altLang="en-US" sz="4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lvl="0"/>
            <a:r>
              <a:rPr lang="fr-FR" altLang="en-GB" sz="3200" b="1"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Rôle de la zone de santé  dans la Riposte</a:t>
            </a:r>
            <a:r>
              <a:rPr lang="fr-FR" altLang="en-GB" sz="2665" b="1"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 </a:t>
            </a:r>
            <a:endParaRPr lang="fr-FR" altLang="en-GB" sz="3200" b="1" dirty="0">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 name="Espace réservé du texte 2"/>
          <p:cNvSpPr>
            <a:spLocks noGrp="1"/>
          </p:cNvSpPr>
          <p:nvPr>
            <p:ph type="body" idx="1"/>
          </p:nvPr>
        </p:nvSpPr>
        <p:spPr/>
        <p:txBody>
          <a:bodyPr/>
          <a:lstStyle/>
          <a:p>
            <a:pPr lvl="0"/>
            <a:r>
              <a:rPr lang="fr-FR" altLang="en-US" b="1" dirty="0" smtClean="0"/>
              <a:t>Logistique</a:t>
            </a:r>
            <a:r>
              <a:rPr lang="fr-FR" altLang="en-US" dirty="0" smtClean="0"/>
              <a:t> :</a:t>
            </a:r>
            <a:r>
              <a:rPr lang="fr-FR" altLang="en-US" dirty="0">
                <a:sym typeface="+mn-ea"/>
              </a:rPr>
              <a:t>Qu’est ce que la zone de santé a t-elle faite</a:t>
            </a:r>
            <a:endParaRPr lang="fr-FR" altLang="en-US" sz="3600" dirty="0"/>
          </a:p>
          <a:p>
            <a:pPr>
              <a:buFont typeface="Wingdings" panose="05000000000000000000" pitchFamily="2" charset="2"/>
              <a:buChar char="ü"/>
            </a:pPr>
            <a:r>
              <a:rPr lang="fr-FR" altLang="en-US" sz="2000" dirty="0" smtClean="0"/>
              <a:t>Evaluer les besoins logistiques( EPI, kit médicaux, intrants, médicaments et carburant):</a:t>
            </a:r>
          </a:p>
          <a:p>
            <a:pPr>
              <a:buFont typeface="Wingdings" panose="05000000000000000000" pitchFamily="2" charset="2"/>
              <a:buChar char="ü"/>
            </a:pPr>
            <a:r>
              <a:rPr lang="fr-FR" altLang="en-US" sz="2000" dirty="0" smtClean="0"/>
              <a:t>Planifier et assurer la distribution</a:t>
            </a:r>
            <a:endParaRPr lang="fr-FR" altLang="en-US" sz="2000" dirty="0"/>
          </a:p>
        </p:txBody>
      </p:sp>
      <p:sp>
        <p:nvSpPr>
          <p:cNvPr id="222" name="Google Shape;222;p16"/>
          <p:cNvSpPr/>
          <p:nvPr/>
        </p:nvSpPr>
        <p:spPr>
          <a:xfrm>
            <a:off x="0" y="272241"/>
            <a:ext cx="2356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spcBef>
                <a:spcPts val="0"/>
              </a:spcBef>
              <a:spcAft>
                <a:spcPts val="0"/>
              </a:spcAft>
              <a:buNone/>
            </a:pPr>
            <a:endParaRPr sz="1865">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altLang="en-GB" sz="4000" b="1"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Rôle de la zone de santé  dans la Riposte</a:t>
            </a:r>
            <a:r>
              <a:rPr lang="fr-FR" altLang="en-GB" sz="3600" b="1"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 </a:t>
            </a:r>
            <a:endParaRPr lang="fr-FR" dirty="0"/>
          </a:p>
        </p:txBody>
      </p:sp>
      <p:sp>
        <p:nvSpPr>
          <p:cNvPr id="3" name="Espace réservé du texte 2"/>
          <p:cNvSpPr>
            <a:spLocks noGrp="1"/>
          </p:cNvSpPr>
          <p:nvPr>
            <p:ph type="body" idx="1"/>
          </p:nvPr>
        </p:nvSpPr>
        <p:spPr/>
        <p:txBody>
          <a:bodyPr>
            <a:normAutofit fontScale="92500" lnSpcReduction="20000"/>
          </a:bodyPr>
          <a:lstStyle/>
          <a:p>
            <a:pPr lvl="0"/>
            <a:r>
              <a:rPr lang="fr-FR" b="1" dirty="0" smtClean="0"/>
              <a:t>Communication </a:t>
            </a:r>
            <a:r>
              <a:rPr lang="fr-FR" dirty="0" smtClean="0"/>
              <a:t>:</a:t>
            </a:r>
            <a:endParaRPr lang="fr-FR" altLang="en-US" dirty="0" smtClean="0">
              <a:sym typeface="+mn-ea"/>
            </a:endParaRPr>
          </a:p>
          <a:p>
            <a:pPr lvl="0">
              <a:buFont typeface="Wingdings" panose="05000000000000000000" pitchFamily="2" charset="2"/>
              <a:buChar char="ü"/>
            </a:pPr>
            <a:r>
              <a:rPr lang="fr-FR" altLang="en-US" dirty="0" smtClean="0">
                <a:sym typeface="+mn-ea"/>
              </a:rPr>
              <a:t>Communication des risques: informer rapidement et correctement la population sur la maladie, sa gravité, les modes de transmission et  les mesures de prévention;</a:t>
            </a:r>
          </a:p>
          <a:p>
            <a:pPr lvl="0">
              <a:buFont typeface="Wingdings" panose="05000000000000000000" pitchFamily="2" charset="2"/>
              <a:buChar char="ü"/>
            </a:pPr>
            <a:r>
              <a:rPr lang="fr-FR" altLang="en-US" dirty="0" smtClean="0">
                <a:sym typeface="+mn-ea"/>
              </a:rPr>
              <a:t>Produire ou adapter les messages selon le contexte local;</a:t>
            </a:r>
          </a:p>
          <a:p>
            <a:pPr lvl="0">
              <a:buFont typeface="Wingdings" panose="05000000000000000000" pitchFamily="2" charset="2"/>
              <a:buChar char="ü"/>
            </a:pPr>
            <a:r>
              <a:rPr lang="fr-FR" altLang="en-US" dirty="0" smtClean="0">
                <a:sym typeface="+mn-ea"/>
              </a:rPr>
              <a:t>Diffuser  l’information via plus plusieurs canaux( radio ,mégaphones, affiches, SMS, réseaux sociaux);</a:t>
            </a:r>
          </a:p>
          <a:p>
            <a:pPr lvl="0">
              <a:buFont typeface="Wingdings" panose="05000000000000000000" pitchFamily="2" charset="2"/>
              <a:buChar char="ü"/>
            </a:pPr>
            <a:r>
              <a:rPr lang="fr-FR" altLang="en-US" dirty="0" smtClean="0">
                <a:sym typeface="+mn-ea"/>
              </a:rPr>
              <a:t>Promouvoir  les comportements de protection;</a:t>
            </a:r>
          </a:p>
          <a:p>
            <a:pPr lvl="0">
              <a:buFont typeface="Wingdings" panose="05000000000000000000" pitchFamily="2" charset="2"/>
              <a:buChar char="ü"/>
            </a:pPr>
            <a:r>
              <a:rPr lang="fr-FR" altLang="en-US" dirty="0" smtClean="0">
                <a:sym typeface="+mn-ea"/>
              </a:rPr>
              <a:t>Donner des mise à jours  régulières sur l’</a:t>
            </a:r>
            <a:r>
              <a:rPr lang="fr-FR" altLang="en-US" dirty="0">
                <a:sym typeface="+mn-ea"/>
              </a:rPr>
              <a:t>é</a:t>
            </a:r>
            <a:r>
              <a:rPr lang="fr-FR" altLang="en-US" dirty="0" smtClean="0">
                <a:sym typeface="+mn-ea"/>
              </a:rPr>
              <a:t>volution de l’</a:t>
            </a:r>
            <a:r>
              <a:rPr lang="fr-FR" altLang="en-US" dirty="0" err="1" smtClean="0">
                <a:sym typeface="+mn-ea"/>
              </a:rPr>
              <a:t>épidemie</a:t>
            </a:r>
            <a:r>
              <a:rPr lang="fr-FR" altLang="en-US" dirty="0" smtClean="0">
                <a:sym typeface="+mn-ea"/>
              </a:rPr>
              <a:t> pour  réduire  la panique ou la rumeur</a:t>
            </a:r>
          </a:p>
          <a:p>
            <a:pPr lvl="0">
              <a:buFont typeface="Wingdings" panose="05000000000000000000" pitchFamily="2" charset="2"/>
              <a:buChar char="ü"/>
            </a:pPr>
            <a:r>
              <a:rPr lang="fr-FR" altLang="en-US" dirty="0" smtClean="0"/>
              <a:t>Engagement  communautaire: Travailler avec les leaders communautaires, Impliquer les relais communautaires, organiser les dialogue communautaire, Recueillir et analyser les rumeurs et préoccupations de la population, Construire la confiance entre la communauté et système de santé </a:t>
            </a:r>
            <a:endParaRPr lang="fr-FR" altLang="en-US" dirty="0"/>
          </a:p>
        </p:txBody>
      </p:sp>
    </p:spTree>
    <p:extLst>
      <p:ext uri="{BB962C8B-B14F-4D97-AF65-F5344CB8AC3E}">
        <p14:creationId xmlns:p14="http://schemas.microsoft.com/office/powerpoint/2010/main" val="28661185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ltLang="en-GB" sz="3600" b="1" kern="1200" dirty="0">
                <a:solidFill>
                  <a:srgbClr val="1155CC"/>
                </a:solidFill>
                <a:latin typeface="Times New Roman" panose="02020603050405020304"/>
                <a:ea typeface="Times New Roman" panose="02020603050405020304"/>
                <a:cs typeface="Times New Roman" panose="02020603050405020304"/>
              </a:rPr>
              <a:t>Leçons apprises</a:t>
            </a:r>
            <a:endParaRPr lang="fr-FR" dirty="0"/>
          </a:p>
        </p:txBody>
      </p:sp>
      <p:sp>
        <p:nvSpPr>
          <p:cNvPr id="3" name="Espace réservé du texte 2"/>
          <p:cNvSpPr>
            <a:spLocks noGrp="1"/>
          </p:cNvSpPr>
          <p:nvPr>
            <p:ph type="body" idx="1"/>
          </p:nvPr>
        </p:nvSpPr>
        <p:spPr/>
        <p:txBody>
          <a:bodyPr>
            <a:normAutofit/>
          </a:bodyPr>
          <a:lstStyle/>
          <a:p>
            <a:pPr>
              <a:buFont typeface="Arial" panose="020B0604020202020204" pitchFamily="34" charset="0"/>
              <a:buChar char="•"/>
            </a:pPr>
            <a:r>
              <a:rPr lang="fr-FR" dirty="0" smtClean="0"/>
              <a:t>Une détection tardive augmente la taille et la durée de l’</a:t>
            </a:r>
            <a:r>
              <a:rPr lang="fr-FR" dirty="0" err="1" smtClean="0"/>
              <a:t>épidemie</a:t>
            </a:r>
            <a:endParaRPr lang="fr-FR" dirty="0" smtClean="0"/>
          </a:p>
          <a:p>
            <a:r>
              <a:rPr lang="fr-FR" dirty="0" smtClean="0"/>
              <a:t>Le renforcement de la surveillance communautaire et des ESS permet  d’identifier plus vite les signaux</a:t>
            </a:r>
          </a:p>
          <a:p>
            <a:r>
              <a:rPr lang="fr-FR" dirty="0" smtClean="0"/>
              <a:t>Les définitions de cas  doivent etre bien maitrisées  par tous les prestataires;</a:t>
            </a:r>
          </a:p>
          <a:p>
            <a:r>
              <a:rPr lang="fr-FR" dirty="0" smtClean="0"/>
              <a:t>Une coordination faible entraine la  duplication ou le retard des activités;</a:t>
            </a:r>
          </a:p>
          <a:p>
            <a:r>
              <a:rPr lang="fr-FR" dirty="0" smtClean="0"/>
              <a:t>Les réunions quotidiennes  du comité  de riposte améliorent  la gestion des interventions;</a:t>
            </a:r>
          </a:p>
          <a:p>
            <a:r>
              <a:rPr lang="fr-FR" dirty="0" smtClean="0"/>
              <a:t>L’absence de la communication  cohérente crée rumeurs, rejet et mauvaise utilisation des services;</a:t>
            </a:r>
          </a:p>
          <a:p>
            <a:r>
              <a:rPr lang="fr-FR" dirty="0" smtClean="0"/>
              <a:t>Impliquer les leaders locaux améliore la confiance et l’acceptation  </a:t>
            </a:r>
            <a:endParaRPr lang="fr-FR" dirty="0"/>
          </a:p>
        </p:txBody>
      </p:sp>
    </p:spTree>
    <p:extLst>
      <p:ext uri="{BB962C8B-B14F-4D97-AF65-F5344CB8AC3E}">
        <p14:creationId xmlns:p14="http://schemas.microsoft.com/office/powerpoint/2010/main" val="16974743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ltLang="en-GB" sz="3200" b="1" kern="1200">
                <a:solidFill>
                  <a:srgbClr val="1155CC"/>
                </a:solidFill>
                <a:latin typeface="Times New Roman" panose="02020603050405020304"/>
                <a:ea typeface="Times New Roman" panose="02020603050405020304"/>
                <a:cs typeface="Times New Roman" panose="02020603050405020304"/>
              </a:rPr>
              <a:t>Difficules rencontrées</a:t>
            </a:r>
          </a:p>
        </p:txBody>
      </p:sp>
      <p:sp>
        <p:nvSpPr>
          <p:cNvPr id="3" name="Espace réservé du texte 2"/>
          <p:cNvSpPr>
            <a:spLocks noGrp="1"/>
          </p:cNvSpPr>
          <p:nvPr>
            <p:ph type="body" idx="1"/>
          </p:nvPr>
        </p:nvSpPr>
        <p:spPr/>
        <p:txBody>
          <a:bodyPr>
            <a:normAutofit fontScale="85000" lnSpcReduction="10000"/>
          </a:bodyPr>
          <a:lstStyle/>
          <a:p>
            <a:r>
              <a:rPr lang="fr-FR" altLang="en-US" dirty="0" smtClean="0"/>
              <a:t>Détection  et notification tardives(cas index souvent identifié trop tard ,faible surveillance communautaire, définitions de cas mal maitrisées par certaines ESS, rumeurs non signalées rapidement;</a:t>
            </a:r>
          </a:p>
          <a:p>
            <a:r>
              <a:rPr lang="fr-FR" altLang="en-US" dirty="0" smtClean="0"/>
              <a:t>Faiblesse de la coordination(multiplication des partenaires avec risque de compétition);</a:t>
            </a:r>
          </a:p>
          <a:p>
            <a:r>
              <a:rPr lang="fr-FR" altLang="en-US" dirty="0" smtClean="0"/>
              <a:t>Problèmes logistiques(insuffisance d’intrants: médicaments, EPI, chlore, vaccins…)</a:t>
            </a:r>
          </a:p>
          <a:p>
            <a:r>
              <a:rPr lang="fr-FR" altLang="en-US" dirty="0" smtClean="0"/>
              <a:t>Manque de ressources humaines(personnel insuffisant ou non formé sur la prise en charge et la prévention)</a:t>
            </a:r>
          </a:p>
          <a:p>
            <a:r>
              <a:rPr lang="fr-FR" altLang="en-US" dirty="0" smtClean="0"/>
              <a:t>Difficultés dans la communication et engagement communautaire(rumeurs, fausses croyances, refus de consultation ou de vaccination);</a:t>
            </a:r>
          </a:p>
          <a:p>
            <a:r>
              <a:rPr lang="fr-FR" altLang="en-US" dirty="0" smtClean="0"/>
              <a:t>Problèmes dans la prise en charge des cas(rupture de médicaments essentiels ou équipements , retard dans la référence ou contre référence);</a:t>
            </a:r>
          </a:p>
          <a:p>
            <a:r>
              <a:rPr lang="fr-FR" altLang="en-US" dirty="0" smtClean="0"/>
              <a:t>Insuffisance de données fiables(fiches mal remplies, données incomplètes ou tardives)</a:t>
            </a:r>
          </a:p>
          <a:p>
            <a:r>
              <a:rPr lang="fr-FR" altLang="en-US" dirty="0" smtClean="0"/>
              <a:t>Facteurs communautaires et environnementaux(mouvement de population)</a:t>
            </a:r>
            <a:endParaRPr lang="fr-FR" altLang="en-US" dirty="0"/>
          </a:p>
        </p:txBody>
      </p:sp>
      <p:sp>
        <p:nvSpPr>
          <p:cNvPr id="222" name="Google Shape;222;p16"/>
          <p:cNvSpPr/>
          <p:nvPr/>
        </p:nvSpPr>
        <p:spPr>
          <a:xfrm>
            <a:off x="0" y="272241"/>
            <a:ext cx="2356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spcBef>
                <a:spcPts val="0"/>
              </a:spcBef>
              <a:spcAft>
                <a:spcPts val="0"/>
              </a:spcAft>
              <a:buNone/>
            </a:pPr>
            <a:endParaRPr sz="1865">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ltLang="en-GB" sz="3200" b="1" kern="1200">
                <a:solidFill>
                  <a:srgbClr val="1155CC"/>
                </a:solidFill>
                <a:latin typeface="Times New Roman" panose="02020603050405020304"/>
                <a:ea typeface="Times New Roman" panose="02020603050405020304"/>
                <a:cs typeface="Times New Roman" panose="02020603050405020304"/>
              </a:rPr>
              <a:t>Recommandations </a:t>
            </a:r>
          </a:p>
        </p:txBody>
      </p:sp>
      <p:sp>
        <p:nvSpPr>
          <p:cNvPr id="3" name="Espace réservé du texte 2"/>
          <p:cNvSpPr>
            <a:spLocks noGrp="1"/>
          </p:cNvSpPr>
          <p:nvPr>
            <p:ph type="body" idx="1"/>
          </p:nvPr>
        </p:nvSpPr>
        <p:spPr/>
        <p:txBody>
          <a:bodyPr/>
          <a:lstStyle/>
          <a:p>
            <a:r>
              <a:rPr lang="fr-FR" altLang="en-US" dirty="0" smtClean="0"/>
              <a:t>Renforcer la détection et la surveillance: Former régulièrement les prestataires sur les définitions de cas et le système d’alerte;</a:t>
            </a:r>
          </a:p>
          <a:p>
            <a:r>
              <a:rPr lang="fr-FR" altLang="en-US" dirty="0" smtClean="0"/>
              <a:t>Améliorer la coordination en activant immédiatement le comité de crise, définir les rôles  et organiser des réunions quotidiennes de suivi;</a:t>
            </a:r>
          </a:p>
          <a:p>
            <a:r>
              <a:rPr lang="fr-FR" altLang="en-US" dirty="0" smtClean="0"/>
              <a:t>Equiper le personnel avec les matériels nécessaires</a:t>
            </a:r>
          </a:p>
          <a:p>
            <a:r>
              <a:rPr lang="fr-FR" altLang="en-US" dirty="0" smtClean="0"/>
              <a:t>Installer de points de lavage des mains dans les ESS et le lieux publics;</a:t>
            </a:r>
          </a:p>
          <a:p>
            <a:r>
              <a:rPr lang="fr-FR" altLang="en-US" dirty="0" smtClean="0"/>
              <a:t>Sensibiliser la population sur les signes de la maladie, quand et ou consulter;</a:t>
            </a:r>
          </a:p>
          <a:p>
            <a:r>
              <a:rPr lang="fr-FR" altLang="en-US" dirty="0" smtClean="0"/>
              <a:t>Gérer correctement </a:t>
            </a:r>
            <a:r>
              <a:rPr lang="fr-FR" altLang="en-US" dirty="0"/>
              <a:t>l</a:t>
            </a:r>
            <a:r>
              <a:rPr lang="fr-FR" altLang="en-US" dirty="0" smtClean="0"/>
              <a:t>es corps en cas de maladie très contagieuse;</a:t>
            </a:r>
          </a:p>
          <a:p>
            <a:r>
              <a:rPr lang="fr-FR" altLang="en-US" dirty="0" smtClean="0"/>
              <a:t>Gérer </a:t>
            </a:r>
            <a:r>
              <a:rPr lang="fr-FR" altLang="en-US" dirty="0"/>
              <a:t>l</a:t>
            </a:r>
            <a:r>
              <a:rPr lang="fr-FR" altLang="en-US" dirty="0" smtClean="0"/>
              <a:t>es stocks: médicaments essentiels, solutés…;</a:t>
            </a:r>
          </a:p>
          <a:p>
            <a:r>
              <a:rPr lang="fr-FR" altLang="en-US" dirty="0" smtClean="0"/>
              <a:t>Analyser les indicateurs: incidence, létalité, couverture géographique</a:t>
            </a:r>
          </a:p>
          <a:p>
            <a:endParaRPr lang="fr-FR" altLang="en-US" dirty="0"/>
          </a:p>
        </p:txBody>
      </p:sp>
      <p:sp>
        <p:nvSpPr>
          <p:cNvPr id="222" name="Google Shape;222;p16"/>
          <p:cNvSpPr/>
          <p:nvPr/>
        </p:nvSpPr>
        <p:spPr>
          <a:xfrm>
            <a:off x="0" y="272241"/>
            <a:ext cx="2356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spcBef>
                <a:spcPts val="0"/>
              </a:spcBef>
              <a:spcAft>
                <a:spcPts val="0"/>
              </a:spcAft>
              <a:buNone/>
            </a:pPr>
            <a:endParaRPr sz="1865">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DIAGRAM_VIRTUALLY_FRAME" val="{&quot;height&quot;:460.4,&quot;left&quot;:378.85,&quot;top&quot;:55.45,&quot;width&quot;:490.15}"/>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38021_2*l_h_i*1_1_1"/>
  <p:tag name="KSO_WM_TEMPLATE_CATEGORY" val="custom"/>
  <p:tag name="KSO_WM_TEMPLATE_INDEX" val="20238021"/>
  <p:tag name="KSO_WM_UNIT_LAYERLEVEL" val="1_1_1"/>
  <p:tag name="KSO_WM_TAG_VERSION" val="3.0"/>
  <p:tag name="KSO_WM_DIAGRAM_VERSION" val="3"/>
  <p:tag name="KSO_WM_DIAGRAM_COLOR_TRICK" val="1"/>
  <p:tag name="KSO_WM_DIAGRAM_COLOR_TEXT_CAN_REMOVE" val="n"/>
  <p:tag name="KSO_WM_DIAGRAM_GROUP_CODE" val="l1-1"/>
  <p:tag name="KSO_WM_UNIT_SUBTYPE" val="d"/>
  <p:tag name="KSO_WM_UNIT_TYPE" val="l_h_i"/>
  <p:tag name="KSO_WM_UNIT_INDEX" val="1_1_1"/>
  <p:tag name="KSO_WM_DIAGRAM_MAX_ITEMCNT" val="6"/>
  <p:tag name="KSO_WM_DIAGRAM_MIN_ITEMCNT" val="2"/>
  <p:tag name="KSO_WM_DIAGRAM_VIRTUALLY_FRAME" val="{&quot;height&quot;:460.4,&quot;left&quot;:378.85,&quot;top&quot;:55.45,&quot;width&quot;:490.1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6,&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6"/>
  <p:tag name="KSO_WM_UNIT_TEXT_FILL_TYPE" val="1"/>
  <p:tag name="KSO_WM_UNIT_USESOURCEFORMAT_APPLY" val="1"/>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38021_2*l_h_f*1_1_1"/>
  <p:tag name="KSO_WM_TEMPLATE_CATEGORY" val="custom"/>
  <p:tag name="KSO_WM_TEMPLATE_INDEX" val="20238021"/>
  <p:tag name="KSO_WM_UNIT_LAYERLEVEL" val="1_1_1"/>
  <p:tag name="KSO_WM_TAG_VERSION" val="3.0"/>
  <p:tag name="KSO_WM_DIAGRAM_VERSION" val="3"/>
  <p:tag name="KSO_WM_DIAGRAM_COLOR_TRICK" val="1"/>
  <p:tag name="KSO_WM_DIAGRAM_COLOR_TEXT_CAN_REMOVE" val="n"/>
  <p:tag name="KSO_WM_UNIT_SUBTYPE" val="a"/>
  <p:tag name="KSO_WM_UNIT_NOCLEAR" val="0"/>
  <p:tag name="KSO_WM_UNIT_VALUE" val="78"/>
  <p:tag name="KSO_WM_DIAGRAM_GROUP_CODE" val="l1-1"/>
  <p:tag name="KSO_WM_UNIT_TYPE" val="l_h_f"/>
  <p:tag name="KSO_WM_UNIT_INDEX" val="1_1_1"/>
  <p:tag name="KSO_WM_DIAGRAM_MAX_ITEMCNT" val="6"/>
  <p:tag name="KSO_WM_DIAGRAM_MIN_ITEMCNT" val="2"/>
  <p:tag name="KSO_WM_DIAGRAM_VIRTUALLY_FRAME" val="{&quot;height&quot;:460.4,&quot;left&quot;:378.85,&quot;top&quot;:55.45,&quot;width&quot;:490.1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Your title here"/>
  <p:tag name="KSO_WM_UNIT_TEXT_FILL_FORE_SCHEMECOLOR_INDEX" val="13"/>
  <p:tag name="KSO_WM_UNIT_TEXT_FILL_TYPE" val="1"/>
  <p:tag name="KSO_WM_UNIT_USESOURCEFORMAT_APPLY" val="1"/>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38021_2*l_h_i*1_2_1"/>
  <p:tag name="KSO_WM_TEMPLATE_CATEGORY" val="custom"/>
  <p:tag name="KSO_WM_TEMPLATE_INDEX" val="20238021"/>
  <p:tag name="KSO_WM_UNIT_LAYERLEVEL" val="1_1_1"/>
  <p:tag name="KSO_WM_TAG_VERSION" val="3.0"/>
  <p:tag name="KSO_WM_DIAGRAM_VERSION" val="3"/>
  <p:tag name="KSO_WM_DIAGRAM_COLOR_TRICK" val="1"/>
  <p:tag name="KSO_WM_DIAGRAM_COLOR_TEXT_CAN_REMOVE" val="n"/>
  <p:tag name="KSO_WM_DIAGRAM_GROUP_CODE" val="l1-1"/>
  <p:tag name="KSO_WM_UNIT_SUBTYPE" val="d"/>
  <p:tag name="KSO_WM_UNIT_TYPE" val="l_h_i"/>
  <p:tag name="KSO_WM_UNIT_INDEX" val="1_2_1"/>
  <p:tag name="KSO_WM_DIAGRAM_MAX_ITEMCNT" val="6"/>
  <p:tag name="KSO_WM_DIAGRAM_MIN_ITEMCNT" val="2"/>
  <p:tag name="KSO_WM_DIAGRAM_VIRTUALLY_FRAME" val="{&quot;height&quot;:460.4,&quot;left&quot;:378.85,&quot;top&quot;:55.45,&quot;width&quot;:490.1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6,&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6"/>
  <p:tag name="KSO_WM_UNIT_TEXT_FILL_TYPE" val="1"/>
  <p:tag name="KSO_WM_UNIT_USESOURCEFORMAT_APPLY" val="1"/>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38021_2*l_h_f*1_2_1"/>
  <p:tag name="KSO_WM_TEMPLATE_CATEGORY" val="custom"/>
  <p:tag name="KSO_WM_TEMPLATE_INDEX" val="20238021"/>
  <p:tag name="KSO_WM_UNIT_LAYERLEVEL" val="1_1_1"/>
  <p:tag name="KSO_WM_TAG_VERSION" val="3.0"/>
  <p:tag name="KSO_WM_DIAGRAM_VERSION" val="3"/>
  <p:tag name="KSO_WM_DIAGRAM_COLOR_TRICK" val="1"/>
  <p:tag name="KSO_WM_DIAGRAM_COLOR_TEXT_CAN_REMOVE" val="n"/>
  <p:tag name="KSO_WM_UNIT_SUBTYPE" val="a"/>
  <p:tag name="KSO_WM_UNIT_NOCLEAR" val="0"/>
  <p:tag name="KSO_WM_UNIT_VALUE" val="78"/>
  <p:tag name="KSO_WM_DIAGRAM_GROUP_CODE" val="l1-1"/>
  <p:tag name="KSO_WM_UNIT_TYPE" val="l_h_f"/>
  <p:tag name="KSO_WM_UNIT_INDEX" val="1_2_1"/>
  <p:tag name="KSO_WM_DIAGRAM_MAX_ITEMCNT" val="6"/>
  <p:tag name="KSO_WM_DIAGRAM_MIN_ITEMCNT" val="2"/>
  <p:tag name="KSO_WM_DIAGRAM_VIRTUALLY_FRAME" val="{&quot;height&quot;:460.4,&quot;left&quot;:378.85,&quot;top&quot;:55.45,&quot;width&quot;:490.1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Your title here"/>
  <p:tag name="KSO_WM_UNIT_TEXT_FILL_FORE_SCHEMECOLOR_INDEX" val="13"/>
  <p:tag name="KSO_WM_UNIT_TEXT_FILL_TYPE" val="1"/>
  <p:tag name="KSO_WM_UNIT_USESOURCEFORMAT_APPLY" val="1"/>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38021_2*l_h_i*1_2_1"/>
  <p:tag name="KSO_WM_TEMPLATE_CATEGORY" val="custom"/>
  <p:tag name="KSO_WM_TEMPLATE_INDEX" val="20238021"/>
  <p:tag name="KSO_WM_UNIT_LAYERLEVEL" val="1_1_1"/>
  <p:tag name="KSO_WM_TAG_VERSION" val="3.0"/>
  <p:tag name="KSO_WM_DIAGRAM_VERSION" val="3"/>
  <p:tag name="KSO_WM_DIAGRAM_COLOR_TRICK" val="1"/>
  <p:tag name="KSO_WM_DIAGRAM_COLOR_TEXT_CAN_REMOVE" val="n"/>
  <p:tag name="KSO_WM_DIAGRAM_GROUP_CODE" val="l1-1"/>
  <p:tag name="KSO_WM_UNIT_SUBTYPE" val="d"/>
  <p:tag name="KSO_WM_UNIT_TYPE" val="l_h_i"/>
  <p:tag name="KSO_WM_UNIT_INDEX" val="1_2_1"/>
  <p:tag name="KSO_WM_DIAGRAM_MAX_ITEMCNT" val="6"/>
  <p:tag name="KSO_WM_DIAGRAM_MIN_ITEMCNT" val="2"/>
  <p:tag name="KSO_WM_DIAGRAM_VIRTUALLY_FRAME" val="{&quot;height&quot;:460.4,&quot;left&quot;:378.85,&quot;top&quot;:55.45,&quot;width&quot;:490.1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6,&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6"/>
  <p:tag name="KSO_WM_UNIT_TEXT_FILL_TYPE" val="1"/>
  <p:tag name="KSO_WM_UNIT_USESOURCEFORMAT_APPLY" val="1"/>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38021_2*l_h_f*1_2_1"/>
  <p:tag name="KSO_WM_TEMPLATE_CATEGORY" val="custom"/>
  <p:tag name="KSO_WM_TEMPLATE_INDEX" val="20238021"/>
  <p:tag name="KSO_WM_UNIT_LAYERLEVEL" val="1_1_1"/>
  <p:tag name="KSO_WM_TAG_VERSION" val="3.0"/>
  <p:tag name="KSO_WM_DIAGRAM_VERSION" val="3"/>
  <p:tag name="KSO_WM_DIAGRAM_COLOR_TRICK" val="1"/>
  <p:tag name="KSO_WM_DIAGRAM_COLOR_TEXT_CAN_REMOVE" val="n"/>
  <p:tag name="KSO_WM_UNIT_SUBTYPE" val="a"/>
  <p:tag name="KSO_WM_UNIT_NOCLEAR" val="0"/>
  <p:tag name="KSO_WM_UNIT_VALUE" val="78"/>
  <p:tag name="KSO_WM_DIAGRAM_GROUP_CODE" val="l1-1"/>
  <p:tag name="KSO_WM_UNIT_TYPE" val="l_h_f"/>
  <p:tag name="KSO_WM_UNIT_INDEX" val="1_2_1"/>
  <p:tag name="KSO_WM_DIAGRAM_MAX_ITEMCNT" val="6"/>
  <p:tag name="KSO_WM_DIAGRAM_MIN_ITEMCNT" val="2"/>
  <p:tag name="KSO_WM_DIAGRAM_VIRTUALLY_FRAME" val="{&quot;height&quot;:460.4,&quot;left&quot;:378.85,&quot;top&quot;:55.45,&quot;width&quot;:490.1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Your title here"/>
  <p:tag name="KSO_WM_UNIT_TEXT_FILL_FORE_SCHEMECOLOR_INDEX" val="13"/>
  <p:tag name="KSO_WM_UNIT_TEXT_FILL_TYPE" val="1"/>
  <p:tag name="KSO_WM_UNIT_USESOURCEFORMAT_APPLY" val="1"/>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38021_2*l_h_i*1_2_1"/>
  <p:tag name="KSO_WM_TEMPLATE_CATEGORY" val="custom"/>
  <p:tag name="KSO_WM_TEMPLATE_INDEX" val="20238021"/>
  <p:tag name="KSO_WM_UNIT_LAYERLEVEL" val="1_1_1"/>
  <p:tag name="KSO_WM_TAG_VERSION" val="3.0"/>
  <p:tag name="KSO_WM_DIAGRAM_VERSION" val="3"/>
  <p:tag name="KSO_WM_DIAGRAM_COLOR_TRICK" val="1"/>
  <p:tag name="KSO_WM_DIAGRAM_COLOR_TEXT_CAN_REMOVE" val="n"/>
  <p:tag name="KSO_WM_DIAGRAM_GROUP_CODE" val="l1-1"/>
  <p:tag name="KSO_WM_UNIT_SUBTYPE" val="d"/>
  <p:tag name="KSO_WM_UNIT_TYPE" val="l_h_i"/>
  <p:tag name="KSO_WM_UNIT_INDEX" val="1_2_1"/>
  <p:tag name="KSO_WM_DIAGRAM_MAX_ITEMCNT" val="6"/>
  <p:tag name="KSO_WM_DIAGRAM_MIN_ITEMCNT" val="2"/>
  <p:tag name="KSO_WM_DIAGRAM_VIRTUALLY_FRAME" val="{&quot;height&quot;:460.4,&quot;left&quot;:378.85,&quot;top&quot;:55.45,&quot;width&quot;:490.1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6,&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6"/>
  <p:tag name="KSO_WM_UNIT_TEXT_FILL_TYPE" val="1"/>
  <p:tag name="KSO_WM_UNIT_USESOURCEFORMAT_APPLY" val="1"/>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38021_2*l_h_f*1_2_1"/>
  <p:tag name="KSO_WM_TEMPLATE_CATEGORY" val="custom"/>
  <p:tag name="KSO_WM_TEMPLATE_INDEX" val="20238021"/>
  <p:tag name="KSO_WM_UNIT_LAYERLEVEL" val="1_1_1"/>
  <p:tag name="KSO_WM_TAG_VERSION" val="3.0"/>
  <p:tag name="KSO_WM_DIAGRAM_VERSION" val="3"/>
  <p:tag name="KSO_WM_DIAGRAM_COLOR_TRICK" val="1"/>
  <p:tag name="KSO_WM_DIAGRAM_COLOR_TEXT_CAN_REMOVE" val="n"/>
  <p:tag name="KSO_WM_UNIT_SUBTYPE" val="a"/>
  <p:tag name="KSO_WM_UNIT_NOCLEAR" val="0"/>
  <p:tag name="KSO_WM_UNIT_VALUE" val="78"/>
  <p:tag name="KSO_WM_DIAGRAM_GROUP_CODE" val="l1-1"/>
  <p:tag name="KSO_WM_UNIT_TYPE" val="l_h_f"/>
  <p:tag name="KSO_WM_UNIT_INDEX" val="1_2_1"/>
  <p:tag name="KSO_WM_DIAGRAM_MAX_ITEMCNT" val="6"/>
  <p:tag name="KSO_WM_DIAGRAM_MIN_ITEMCNT" val="2"/>
  <p:tag name="KSO_WM_DIAGRAM_VIRTUALLY_FRAME" val="{&quot;height&quot;:460.4,&quot;left&quot;:378.85,&quot;top&quot;:55.45,&quot;width&quot;:490.1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Your title here"/>
  <p:tag name="KSO_WM_UNIT_TEXT_FILL_FORE_SCHEMECOLOR_INDEX" val="13"/>
  <p:tag name="KSO_WM_UNIT_TEXT_FILL_TYPE" val="1"/>
  <p:tag name="KSO_WM_UNIT_USESOURCEFORMAT_APPLY" val="1"/>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38021_2*l_h_i*1_2_1"/>
  <p:tag name="KSO_WM_TEMPLATE_CATEGORY" val="custom"/>
  <p:tag name="KSO_WM_TEMPLATE_INDEX" val="20238021"/>
  <p:tag name="KSO_WM_UNIT_LAYERLEVEL" val="1_1_1"/>
  <p:tag name="KSO_WM_TAG_VERSION" val="3.0"/>
  <p:tag name="KSO_WM_DIAGRAM_VERSION" val="3"/>
  <p:tag name="KSO_WM_DIAGRAM_COLOR_TRICK" val="1"/>
  <p:tag name="KSO_WM_DIAGRAM_COLOR_TEXT_CAN_REMOVE" val="n"/>
  <p:tag name="KSO_WM_DIAGRAM_GROUP_CODE" val="l1-1"/>
  <p:tag name="KSO_WM_UNIT_SUBTYPE" val="d"/>
  <p:tag name="KSO_WM_UNIT_TYPE" val="l_h_i"/>
  <p:tag name="KSO_WM_UNIT_INDEX" val="1_2_1"/>
  <p:tag name="KSO_WM_DIAGRAM_MAX_ITEMCNT" val="6"/>
  <p:tag name="KSO_WM_DIAGRAM_MIN_ITEMCNT" val="2"/>
  <p:tag name="KSO_WM_DIAGRAM_VIRTUALLY_FRAME" val="{&quot;height&quot;:460.4,&quot;left&quot;:378.85,&quot;top&quot;:55.45,&quot;width&quot;:490.1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6,&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6"/>
  <p:tag name="KSO_WM_UNIT_TEXT_FILL_TYPE" val="1"/>
  <p:tag name="KSO_WM_UNIT_USESOURCEFORMAT_APPLY" val="1"/>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38021_2*l_h_f*1_2_1"/>
  <p:tag name="KSO_WM_TEMPLATE_CATEGORY" val="custom"/>
  <p:tag name="KSO_WM_TEMPLATE_INDEX" val="20238021"/>
  <p:tag name="KSO_WM_UNIT_LAYERLEVEL" val="1_1_1"/>
  <p:tag name="KSO_WM_TAG_VERSION" val="3.0"/>
  <p:tag name="KSO_WM_DIAGRAM_VERSION" val="3"/>
  <p:tag name="KSO_WM_DIAGRAM_COLOR_TRICK" val="1"/>
  <p:tag name="KSO_WM_DIAGRAM_COLOR_TEXT_CAN_REMOVE" val="n"/>
  <p:tag name="KSO_WM_UNIT_SUBTYPE" val="a"/>
  <p:tag name="KSO_WM_UNIT_NOCLEAR" val="0"/>
  <p:tag name="KSO_WM_UNIT_VALUE" val="78"/>
  <p:tag name="KSO_WM_DIAGRAM_GROUP_CODE" val="l1-1"/>
  <p:tag name="KSO_WM_UNIT_TYPE" val="l_h_f"/>
  <p:tag name="KSO_WM_UNIT_INDEX" val="1_2_1"/>
  <p:tag name="KSO_WM_DIAGRAM_MAX_ITEMCNT" val="6"/>
  <p:tag name="KSO_WM_DIAGRAM_MIN_ITEMCNT" val="2"/>
  <p:tag name="KSO_WM_DIAGRAM_VIRTUALLY_FRAME" val="{&quot;height&quot;:460.4,&quot;left&quot;:378.85,&quot;top&quot;:55.45,&quot;width&quot;:490.1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Your title here"/>
  <p:tag name="KSO_WM_UNIT_TEXT_FILL_FORE_SCHEMECOLOR_INDEX" val="13"/>
  <p:tag name="KSO_WM_UNIT_TEXT_FILL_TYPE" val="1"/>
  <p:tag name="KSO_WM_UNIT_USESOURCEFORMAT_APPLY"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Calibri"/>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微软雅黑"/>
        <a:ea typeface=""/>
        <a:cs typeface=""/>
        <a:font script="Jpan" typeface="游ゴシック Light"/>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微软雅黑"/>
        <a:ea typeface=""/>
        <a:cs typeface=""/>
        <a:font script="Jpan" typeface="游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273</TotalTime>
  <Words>879</Words>
  <Application>Microsoft Office PowerPoint</Application>
  <PresentationFormat>Personnalisé</PresentationFormat>
  <Paragraphs>115</Paragraphs>
  <Slides>11</Slides>
  <Notes>5</Notes>
  <HiddenSlides>0</HiddenSlides>
  <MMClips>0</MMClips>
  <ScaleCrop>false</ScaleCrop>
  <HeadingPairs>
    <vt:vector size="4" baseType="variant">
      <vt:variant>
        <vt:lpstr>Thème</vt:lpstr>
      </vt:variant>
      <vt:variant>
        <vt:i4>2</vt:i4>
      </vt:variant>
      <vt:variant>
        <vt:lpstr>Titres des diapositives</vt:lpstr>
      </vt:variant>
      <vt:variant>
        <vt:i4>11</vt:i4>
      </vt:variant>
    </vt:vector>
  </HeadingPairs>
  <TitlesOfParts>
    <vt:vector size="13" baseType="lpstr">
      <vt:lpstr>Office Theme</vt:lpstr>
      <vt:lpstr>Simple Light</vt:lpstr>
      <vt:lpstr>Présentation PowerPoint</vt:lpstr>
      <vt:lpstr>Présentation PowerPoint</vt:lpstr>
      <vt:lpstr>Situation Géographique  </vt:lpstr>
      <vt:lpstr>Présentation PowerPoint</vt:lpstr>
      <vt:lpstr>Présentation PowerPoint</vt:lpstr>
      <vt:lpstr>Présentation PowerPoint</vt:lpstr>
      <vt:lpstr>Rôle de la zone de santé  dans la Riposte </vt:lpstr>
      <vt:lpstr>Rôle de la zone de santé  dans la Riposte </vt:lpstr>
      <vt:lpstr>Leçons apprises</vt:lpstr>
      <vt:lpstr>Difficules rencontrées</vt:lpstr>
      <vt:lpstr>Recommandations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lenovo</dc:creator>
  <cp:lastModifiedBy>Windows User</cp:lastModifiedBy>
  <cp:revision>43</cp:revision>
  <dcterms:created xsi:type="dcterms:W3CDTF">2025-07-23T00:59:00Z</dcterms:created>
  <dcterms:modified xsi:type="dcterms:W3CDTF">2025-12-08T18:26:05Z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1036-12.2.0.23155</vt:lpwstr>
  </property>
  <property fmtid="{D5CDD505-2E9C-101B-9397-08002B2CF9AE}" pid="3" name="ICV">
    <vt:lpwstr>42F5E192E73D43BB9D17C6959D4C2A3D_13</vt:lpwstr>
  </property>
</Properties>
</file>